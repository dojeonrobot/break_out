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80" r:id="rId2"/>
    <p:sldId id="281" r:id="rId3"/>
    <p:sldId id="282" r:id="rId4"/>
    <p:sldId id="283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B84DCF-B2C6-7FB3-BEA2-30F85B3CEE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60CA7E1-3E85-47C5-A403-72947132E4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C093913-F814-C3DC-E2A0-09B58DC2A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2162E-074F-4C9B-A789-BAF8E6B837D0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607210-B59A-4C57-3165-68457A609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A9B1006-8C32-3277-559D-070390EE1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85903-A35A-412F-90A3-C7F5341D6D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52938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4677B6-E80A-D31E-4B41-F9758FB44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A7261B-61A9-F818-CC2A-AE155ED102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32A365E-A915-D40B-73F6-EBC5C6C91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2162E-074F-4C9B-A789-BAF8E6B837D0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A91CB4A-6BED-E1B5-DAD5-B8D1A09D0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8E18AD5-96DF-91AC-51C6-0A0D17119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85903-A35A-412F-90A3-C7F5341D6D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1390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46B0AD-3A1E-CCC7-9B96-15E53CBA3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9B79CB1-9EA5-2611-ECD0-6F4289F507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5825A52-DF7C-3F67-9B1E-2A1F7F4D0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2162E-074F-4C9B-A789-BAF8E6B837D0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D9DF20B-EABD-0532-DF93-8F0A2BF93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E04BA20-EA33-909F-DF3D-9EDA59D39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85903-A35A-412F-90A3-C7F5341D6D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16891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559406-0F4F-E66A-4B73-3C3E371B3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E9AF203-7F92-0A5C-6FDD-3DA3BCFA13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56B6F4A-2873-C09F-6E3A-5BFC32ECCF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61D2454-3A8F-57ED-B4C7-A943367F2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2162E-074F-4C9B-A789-BAF8E6B837D0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74FECD8-1411-C2F4-4A58-FA3F05816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CCE55D8-99A3-89CA-307B-BF085FA64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85903-A35A-412F-90A3-C7F5341D6D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8770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94DE91-BE04-03F4-5031-442CC9144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28E8123-3495-4B36-B1EB-9163B0940B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8EAD95C-BCF4-CAD4-C098-A5CB885120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BCE0CAA-F0FF-76AE-BF21-F5D25AFBD4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17FF0A7-9E44-B944-797C-D581D1EE92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4C6A9CA-C0A8-74F8-8AAE-35F9E3505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2162E-074F-4C9B-A789-BAF8E6B837D0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1D04224-E183-FCD8-72D3-AC2A7538E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3C2357F-A8C1-F7D3-0FB5-322699715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85903-A35A-412F-90A3-C7F5341D6D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98924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7AE530-3D13-067B-32CF-F32D332EE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A7043E3-2634-81E0-0ACE-E24195073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2162E-074F-4C9B-A789-BAF8E6B837D0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E461A4F-BFE4-BF2C-4415-C7D42B5D5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D6E309B-D601-EB96-C007-16163063F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85903-A35A-412F-90A3-C7F5341D6D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30802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91929B3-3CA7-E476-30CA-BDA95E265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2162E-074F-4C9B-A789-BAF8E6B837D0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BE9A005-562F-2E44-0AE7-8E4CAE275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11B3B9B-2B76-3841-79F2-53EA3DF1C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85903-A35A-412F-90A3-C7F5341D6D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60558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CA0DFB-D077-5B0B-0E66-1CEF196E3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A78D5B5-02D4-06D8-B069-2BDB52C71D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5CBABBF-77C8-8007-ABEE-2DCB86B9E1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04043A9-1630-557E-2F17-89DFB6402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2162E-074F-4C9B-A789-BAF8E6B837D0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14E8CCF-2DE8-63F1-627A-8FD4D00D8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2579733-10EB-645D-1AC4-3A9AC5BD1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85903-A35A-412F-90A3-C7F5341D6D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3115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F8EBF0-ED21-0324-7168-98647BB13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5F3FA6B-5196-27D2-18B0-6B7AAE6447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C709482-72CE-3269-474D-1B0E115BE7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719D851-CE7D-9540-7C65-90FAA0ABD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2162E-074F-4C9B-A789-BAF8E6B837D0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825FED3-CE45-6017-4C9F-3E5FA1C2D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845AF4E-073B-E938-2866-BC5EE178A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85903-A35A-412F-90A3-C7F5341D6D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43824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6A2254-C16E-B1AF-78C5-448975B15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4488FD1-00F2-8EDC-F7B9-CE0F924FA1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FAE4511-D9F0-6BB9-4509-873176242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2162E-074F-4C9B-A789-BAF8E6B837D0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FD9ECCF-2D1E-860D-E52F-DA4DDF487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966D7D0-D1FA-20A0-B252-009E0FB7E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85903-A35A-412F-90A3-C7F5341D6D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83363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7D07D92-F0E7-F0FD-C4B8-40D2CAE6AA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0963FCC-D2A7-0872-DA07-F2B24409A9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BE9BC5-EFDD-D6A6-CB7C-B159AC182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2162E-074F-4C9B-A789-BAF8E6B837D0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4279606-442C-BC6F-DEA0-84F5772EF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663B8DA-EF4D-D181-D919-699549F58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85903-A35A-412F-90A3-C7F5341D6D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31388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965FDD7-2666-ADCB-3A6A-BDB976273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2657959-646C-C047-E1FC-7E6AC3A19B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C7C0026-9FF2-0C3D-677F-8D24CDAB0F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52162E-074F-4C9B-A789-BAF8E6B837D0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17C3A72-9E86-1EEC-A66C-EE4A6DFB4A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68C9AF1-9E90-B2A3-386D-B1CFB7822A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385903-A35A-412F-90A3-C7F5341D6D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0750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1AB38E4-0FEF-4DA4-9A5F-E3926ADB6CE0}"/>
              </a:ext>
            </a:extLst>
          </p:cNvPr>
          <p:cNvSpPr txBox="1"/>
          <p:nvPr/>
        </p:nvSpPr>
        <p:spPr>
          <a:xfrm>
            <a:off x="507999" y="355600"/>
            <a:ext cx="3749675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 b="1" dirty="0">
                <a:solidFill>
                  <a:srgbClr val="C8553D"/>
                </a:solidFill>
                <a:latin typeface="Inter"/>
              </a:rPr>
              <a:t>DOROLAND</a:t>
            </a:r>
            <a:r>
              <a:rPr lang="ko-KR" altLang="en-US" sz="1400" b="1" dirty="0">
                <a:solidFill>
                  <a:srgbClr val="1A1A1A"/>
                </a:solidFill>
                <a:latin typeface="Inter"/>
              </a:rPr>
              <a:t>  ·  </a:t>
            </a:r>
            <a:r>
              <a:rPr lang="ko-KR" altLang="en-US" sz="1400" b="1" dirty="0" err="1">
                <a:solidFill>
                  <a:srgbClr val="1A1A1A"/>
                </a:solidFill>
                <a:latin typeface="Inter"/>
              </a:rPr>
              <a:t>도로랜드</a:t>
            </a:r>
            <a:r>
              <a:rPr lang="ko-KR" altLang="en-US" sz="1400" b="1" dirty="0">
                <a:solidFill>
                  <a:srgbClr val="1A1A1A"/>
                </a:solidFill>
                <a:latin typeface="Inter"/>
              </a:rPr>
              <a:t> 직원 휴가 캘린더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CCBFB46-F628-4166-950F-01AE26B69DD7}"/>
              </a:ext>
            </a:extLst>
          </p:cNvPr>
          <p:cNvSpPr/>
          <p:nvPr/>
        </p:nvSpPr>
        <p:spPr>
          <a:xfrm>
            <a:off x="508000" y="762000"/>
            <a:ext cx="11176000" cy="12700"/>
          </a:xfrm>
          <a:prstGeom prst="rect">
            <a:avLst/>
          </a:prstGeom>
          <a:solidFill>
            <a:srgbClr val="E5E2D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95F69C-ACB1-4748-A1B8-F78F0E557661}"/>
              </a:ext>
            </a:extLst>
          </p:cNvPr>
          <p:cNvSpPr txBox="1"/>
          <p:nvPr/>
        </p:nvSpPr>
        <p:spPr>
          <a:xfrm>
            <a:off x="508000" y="990600"/>
            <a:ext cx="1778000" cy="120032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sz="7200" b="1" dirty="0">
                <a:solidFill>
                  <a:srgbClr val="1A1A1A"/>
                </a:solidFill>
                <a:latin typeface="Inter"/>
              </a:rPr>
              <a:t>03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FAA051-4B75-4D04-91D0-F268EEA95DB0}"/>
              </a:ext>
            </a:extLst>
          </p:cNvPr>
          <p:cNvSpPr txBox="1"/>
          <p:nvPr/>
        </p:nvSpPr>
        <p:spPr>
          <a:xfrm>
            <a:off x="2133600" y="1219200"/>
            <a:ext cx="20320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 b="1">
                <a:solidFill>
                  <a:srgbClr val="1A1A1A"/>
                </a:solidFill>
                <a:latin typeface="Inter"/>
              </a:rPr>
              <a:t>MARCH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892AC7-CD3E-409B-A423-72C9668EE2D6}"/>
              </a:ext>
            </a:extLst>
          </p:cNvPr>
          <p:cNvSpPr txBox="1"/>
          <p:nvPr/>
        </p:nvSpPr>
        <p:spPr>
          <a:xfrm>
            <a:off x="2133600" y="1625600"/>
            <a:ext cx="2540000" cy="27699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 dirty="0">
                <a:solidFill>
                  <a:srgbClr val="8A8A8A"/>
                </a:solidFill>
                <a:latin typeface="Inter"/>
              </a:rPr>
              <a:t>삼월 · 202</a:t>
            </a:r>
            <a:r>
              <a:rPr lang="en-US" altLang="ko-KR" sz="1200" dirty="0">
                <a:solidFill>
                  <a:srgbClr val="8A8A8A"/>
                </a:solidFill>
                <a:latin typeface="Inter"/>
              </a:rPr>
              <a:t>5</a:t>
            </a:r>
            <a:endParaRPr lang="ko-KR" altLang="en-US" sz="1200" dirty="0">
              <a:solidFill>
                <a:srgbClr val="8A8A8A"/>
              </a:solidFill>
              <a:latin typeface="Inter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C6F63E-9566-4CCC-AA7D-E3612F368265}"/>
              </a:ext>
            </a:extLst>
          </p:cNvPr>
          <p:cNvSpPr txBox="1"/>
          <p:nvPr/>
        </p:nvSpPr>
        <p:spPr>
          <a:xfrm>
            <a:off x="508000" y="2540000"/>
            <a:ext cx="1052285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000" b="1">
                <a:solidFill>
                  <a:srgbClr val="B85042"/>
                </a:solidFill>
                <a:latin typeface="Inter"/>
              </a:rPr>
              <a:t>S</a:t>
            </a:r>
            <a:endParaRPr lang="ko-KR" altLang="en-US" sz="1000" b="1">
              <a:solidFill>
                <a:srgbClr val="B85042"/>
              </a:solidFill>
              <a:latin typeface="Inter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5D9ED27-74B7-4510-88D5-AF9BFF75C24E}"/>
              </a:ext>
            </a:extLst>
          </p:cNvPr>
          <p:cNvSpPr txBox="1"/>
          <p:nvPr/>
        </p:nvSpPr>
        <p:spPr>
          <a:xfrm>
            <a:off x="1560285" y="2540000"/>
            <a:ext cx="1052285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000" b="1">
                <a:solidFill>
                  <a:srgbClr val="8A8A8A"/>
                </a:solidFill>
                <a:latin typeface="Inter"/>
              </a:rPr>
              <a:t>M</a:t>
            </a:r>
            <a:endParaRPr lang="ko-KR" altLang="en-US" sz="1000" b="1">
              <a:solidFill>
                <a:srgbClr val="8A8A8A"/>
              </a:solidFill>
              <a:latin typeface="Inter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E5584F6-B33F-4BAA-ACE7-3BEEED795352}"/>
              </a:ext>
            </a:extLst>
          </p:cNvPr>
          <p:cNvSpPr txBox="1"/>
          <p:nvPr/>
        </p:nvSpPr>
        <p:spPr>
          <a:xfrm>
            <a:off x="2612571" y="2540000"/>
            <a:ext cx="1052285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000" b="1">
                <a:solidFill>
                  <a:srgbClr val="8A8A8A"/>
                </a:solidFill>
                <a:latin typeface="Inter"/>
              </a:rPr>
              <a:t>T</a:t>
            </a:r>
            <a:endParaRPr lang="ko-KR" altLang="en-US" sz="1000" b="1">
              <a:solidFill>
                <a:srgbClr val="8A8A8A"/>
              </a:solidFill>
              <a:latin typeface="Inter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540B7E5-A894-4CDC-8FB2-6552C170A3C3}"/>
              </a:ext>
            </a:extLst>
          </p:cNvPr>
          <p:cNvSpPr txBox="1"/>
          <p:nvPr/>
        </p:nvSpPr>
        <p:spPr>
          <a:xfrm>
            <a:off x="3664857" y="2540000"/>
            <a:ext cx="1052285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000" b="1">
                <a:solidFill>
                  <a:srgbClr val="8A8A8A"/>
                </a:solidFill>
                <a:latin typeface="Inter"/>
              </a:rPr>
              <a:t>W</a:t>
            </a:r>
            <a:endParaRPr lang="ko-KR" altLang="en-US" sz="1000" b="1">
              <a:solidFill>
                <a:srgbClr val="8A8A8A"/>
              </a:solidFill>
              <a:latin typeface="Inter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213DCAE-591D-4430-A5C9-BDB43F6EB33B}"/>
              </a:ext>
            </a:extLst>
          </p:cNvPr>
          <p:cNvSpPr txBox="1"/>
          <p:nvPr/>
        </p:nvSpPr>
        <p:spPr>
          <a:xfrm>
            <a:off x="4717142" y="2540000"/>
            <a:ext cx="1052285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000" b="1">
                <a:solidFill>
                  <a:srgbClr val="8A8A8A"/>
                </a:solidFill>
                <a:latin typeface="Inter"/>
              </a:rPr>
              <a:t>T</a:t>
            </a:r>
            <a:endParaRPr lang="ko-KR" altLang="en-US" sz="1000" b="1">
              <a:solidFill>
                <a:srgbClr val="8A8A8A"/>
              </a:solidFill>
              <a:latin typeface="Inter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B2539D-CE6C-4AF3-9614-B1D71C067188}"/>
              </a:ext>
            </a:extLst>
          </p:cNvPr>
          <p:cNvSpPr txBox="1"/>
          <p:nvPr/>
        </p:nvSpPr>
        <p:spPr>
          <a:xfrm>
            <a:off x="5769428" y="2540000"/>
            <a:ext cx="1052285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000" b="1">
                <a:solidFill>
                  <a:srgbClr val="8A8A8A"/>
                </a:solidFill>
                <a:latin typeface="Inter"/>
              </a:rPr>
              <a:t>F</a:t>
            </a:r>
            <a:endParaRPr lang="ko-KR" altLang="en-US" sz="1000" b="1">
              <a:solidFill>
                <a:srgbClr val="8A8A8A"/>
              </a:solidFill>
              <a:latin typeface="Inter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AC5FFDA-68A4-45DC-B7BD-2B3562C05E71}"/>
              </a:ext>
            </a:extLst>
          </p:cNvPr>
          <p:cNvSpPr txBox="1"/>
          <p:nvPr/>
        </p:nvSpPr>
        <p:spPr>
          <a:xfrm>
            <a:off x="6821714" y="2540000"/>
            <a:ext cx="1052285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000" b="1">
                <a:solidFill>
                  <a:srgbClr val="B85042"/>
                </a:solidFill>
                <a:latin typeface="Inter"/>
              </a:rPr>
              <a:t>S</a:t>
            </a:r>
            <a:endParaRPr lang="ko-KR" altLang="en-US" sz="1000" b="1">
              <a:solidFill>
                <a:srgbClr val="B85042"/>
              </a:solidFill>
              <a:latin typeface="Inter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FFB9CB0-7D62-4297-8E4A-DEAA0E39E608}"/>
              </a:ext>
            </a:extLst>
          </p:cNvPr>
          <p:cNvSpPr/>
          <p:nvPr/>
        </p:nvSpPr>
        <p:spPr>
          <a:xfrm>
            <a:off x="508000" y="2844800"/>
            <a:ext cx="7366000" cy="12700"/>
          </a:xfrm>
          <a:prstGeom prst="rect">
            <a:avLst/>
          </a:prstGeom>
          <a:solidFill>
            <a:srgbClr val="E5E2D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C622A30-7400-424B-AE0B-58FC221DBB67}"/>
              </a:ext>
            </a:extLst>
          </p:cNvPr>
          <p:cNvSpPr txBox="1"/>
          <p:nvPr/>
        </p:nvSpPr>
        <p:spPr>
          <a:xfrm>
            <a:off x="5769428" y="2895600"/>
            <a:ext cx="1001485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>
                <a:solidFill>
                  <a:srgbClr val="1A1A1A"/>
                </a:solidFill>
                <a:latin typeface="Inter"/>
              </a:rPr>
              <a:t>6</a:t>
            </a:r>
            <a:endParaRPr lang="ko-KR" altLang="en-US" sz="1400">
              <a:solidFill>
                <a:srgbClr val="1A1A1A"/>
              </a:solidFill>
              <a:latin typeface="Inter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7D8A3DA-2539-44ED-868E-B702BE652A32}"/>
              </a:ext>
            </a:extLst>
          </p:cNvPr>
          <p:cNvSpPr txBox="1"/>
          <p:nvPr/>
        </p:nvSpPr>
        <p:spPr>
          <a:xfrm>
            <a:off x="6821714" y="2895600"/>
            <a:ext cx="1001485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>
                <a:solidFill>
                  <a:srgbClr val="1A1A1A"/>
                </a:solidFill>
                <a:latin typeface="Inter"/>
              </a:rPr>
              <a:t>7</a:t>
            </a:r>
            <a:endParaRPr lang="ko-KR" altLang="en-US" sz="1400">
              <a:solidFill>
                <a:srgbClr val="1A1A1A"/>
              </a:solidFill>
              <a:latin typeface="Inter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8CCB1D5-C9B5-44CD-9A20-FB4E4C5D5229}"/>
              </a:ext>
            </a:extLst>
          </p:cNvPr>
          <p:cNvSpPr txBox="1"/>
          <p:nvPr/>
        </p:nvSpPr>
        <p:spPr>
          <a:xfrm>
            <a:off x="508000" y="3530600"/>
            <a:ext cx="1001485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>
                <a:solidFill>
                  <a:srgbClr val="1A1A1A"/>
                </a:solidFill>
                <a:latin typeface="Inter"/>
              </a:rPr>
              <a:t>8</a:t>
            </a:r>
            <a:endParaRPr lang="ko-KR" altLang="en-US" sz="1400">
              <a:solidFill>
                <a:srgbClr val="1A1A1A"/>
              </a:solidFill>
              <a:latin typeface="Inter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84D1275-B450-4C1D-B7D8-9291DE06F2E5}"/>
              </a:ext>
            </a:extLst>
          </p:cNvPr>
          <p:cNvSpPr txBox="1"/>
          <p:nvPr/>
        </p:nvSpPr>
        <p:spPr>
          <a:xfrm>
            <a:off x="1560285" y="3530600"/>
            <a:ext cx="1001485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>
                <a:solidFill>
                  <a:srgbClr val="1A1A1A"/>
                </a:solidFill>
                <a:latin typeface="Inter"/>
              </a:rPr>
              <a:t>9</a:t>
            </a:r>
            <a:endParaRPr lang="ko-KR" altLang="en-US" sz="1400">
              <a:solidFill>
                <a:srgbClr val="1A1A1A"/>
              </a:solidFill>
              <a:latin typeface="Inter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94DEAAE-66D3-4908-8708-33EBF5B6C3A5}"/>
              </a:ext>
            </a:extLst>
          </p:cNvPr>
          <p:cNvSpPr txBox="1"/>
          <p:nvPr/>
        </p:nvSpPr>
        <p:spPr>
          <a:xfrm>
            <a:off x="2612571" y="3530600"/>
            <a:ext cx="1001485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 b="1">
                <a:solidFill>
                  <a:srgbClr val="1A1A1A"/>
                </a:solidFill>
                <a:latin typeface="Inter"/>
              </a:rPr>
              <a:t>10</a:t>
            </a:r>
            <a:endParaRPr lang="ko-KR" altLang="en-US" sz="1400" b="1">
              <a:solidFill>
                <a:srgbClr val="1A1A1A"/>
              </a:solidFill>
              <a:latin typeface="Inter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CF19C4A-DE31-4D05-8F41-7396CA67EDE7}"/>
              </a:ext>
            </a:extLst>
          </p:cNvPr>
          <p:cNvSpPr txBox="1"/>
          <p:nvPr/>
        </p:nvSpPr>
        <p:spPr>
          <a:xfrm>
            <a:off x="3664857" y="3530600"/>
            <a:ext cx="1001485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>
                <a:solidFill>
                  <a:srgbClr val="1A1A1A"/>
                </a:solidFill>
                <a:latin typeface="Inter"/>
              </a:rPr>
              <a:t>11</a:t>
            </a:r>
            <a:endParaRPr lang="ko-KR" altLang="en-US" sz="1400">
              <a:solidFill>
                <a:srgbClr val="1A1A1A"/>
              </a:solidFill>
              <a:latin typeface="Inter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12A93F4-C800-49B1-8F6D-2CD4869105BB}"/>
              </a:ext>
            </a:extLst>
          </p:cNvPr>
          <p:cNvSpPr txBox="1"/>
          <p:nvPr/>
        </p:nvSpPr>
        <p:spPr>
          <a:xfrm>
            <a:off x="4717142" y="3530600"/>
            <a:ext cx="1001485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>
                <a:solidFill>
                  <a:srgbClr val="1A1A1A"/>
                </a:solidFill>
                <a:latin typeface="Inter"/>
              </a:rPr>
              <a:t>12</a:t>
            </a:r>
            <a:endParaRPr lang="ko-KR" altLang="en-US" sz="1400">
              <a:solidFill>
                <a:srgbClr val="1A1A1A"/>
              </a:solidFill>
              <a:latin typeface="Inter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0BEA82F-8325-40B2-B4F1-CE2C5FF5734E}"/>
              </a:ext>
            </a:extLst>
          </p:cNvPr>
          <p:cNvSpPr txBox="1"/>
          <p:nvPr/>
        </p:nvSpPr>
        <p:spPr>
          <a:xfrm>
            <a:off x="5769428" y="3530600"/>
            <a:ext cx="1001485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>
                <a:solidFill>
                  <a:srgbClr val="1A1A1A"/>
                </a:solidFill>
                <a:latin typeface="Inter"/>
              </a:rPr>
              <a:t>13</a:t>
            </a:r>
            <a:endParaRPr lang="ko-KR" altLang="en-US" sz="1400">
              <a:solidFill>
                <a:srgbClr val="1A1A1A"/>
              </a:solidFill>
              <a:latin typeface="Inter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CF6AD64-3CA3-4B76-9954-4D9B31CEBE84}"/>
              </a:ext>
            </a:extLst>
          </p:cNvPr>
          <p:cNvSpPr txBox="1"/>
          <p:nvPr/>
        </p:nvSpPr>
        <p:spPr>
          <a:xfrm>
            <a:off x="6821714" y="3530600"/>
            <a:ext cx="1001485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>
                <a:solidFill>
                  <a:srgbClr val="1A1A1A"/>
                </a:solidFill>
                <a:latin typeface="Inter"/>
              </a:rPr>
              <a:t>14</a:t>
            </a:r>
            <a:endParaRPr lang="ko-KR" altLang="en-US" sz="1400">
              <a:solidFill>
                <a:srgbClr val="1A1A1A"/>
              </a:solidFill>
              <a:latin typeface="Inter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60F6018-24A9-4604-9A8E-D44B5F843D4E}"/>
              </a:ext>
            </a:extLst>
          </p:cNvPr>
          <p:cNvSpPr txBox="1"/>
          <p:nvPr/>
        </p:nvSpPr>
        <p:spPr>
          <a:xfrm>
            <a:off x="508000" y="4165600"/>
            <a:ext cx="1001485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>
                <a:solidFill>
                  <a:srgbClr val="1A1A1A"/>
                </a:solidFill>
                <a:latin typeface="Inter"/>
              </a:rPr>
              <a:t>15</a:t>
            </a:r>
            <a:endParaRPr lang="ko-KR" altLang="en-US" sz="1400">
              <a:solidFill>
                <a:srgbClr val="1A1A1A"/>
              </a:solidFill>
              <a:latin typeface="Inter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0EF6A60-8656-47AA-A8FF-30A141DF226B}"/>
              </a:ext>
            </a:extLst>
          </p:cNvPr>
          <p:cNvSpPr txBox="1"/>
          <p:nvPr/>
        </p:nvSpPr>
        <p:spPr>
          <a:xfrm>
            <a:off x="1560285" y="4165600"/>
            <a:ext cx="1001485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>
                <a:solidFill>
                  <a:srgbClr val="1A1A1A"/>
                </a:solidFill>
                <a:latin typeface="Inter"/>
              </a:rPr>
              <a:t>16</a:t>
            </a:r>
            <a:endParaRPr lang="ko-KR" altLang="en-US" sz="1400">
              <a:solidFill>
                <a:srgbClr val="1A1A1A"/>
              </a:solidFill>
              <a:latin typeface="Inter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CC2D42E-2F8B-484A-8D4F-959DA8A35BC5}"/>
              </a:ext>
            </a:extLst>
          </p:cNvPr>
          <p:cNvSpPr txBox="1"/>
          <p:nvPr/>
        </p:nvSpPr>
        <p:spPr>
          <a:xfrm>
            <a:off x="2612571" y="4165600"/>
            <a:ext cx="1001485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>
                <a:solidFill>
                  <a:srgbClr val="1A1A1A"/>
                </a:solidFill>
                <a:latin typeface="Inter"/>
              </a:rPr>
              <a:t>17</a:t>
            </a:r>
            <a:endParaRPr lang="ko-KR" altLang="en-US" sz="1400">
              <a:solidFill>
                <a:srgbClr val="1A1A1A"/>
              </a:solidFill>
              <a:latin typeface="Inter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CF3A6B4-90CA-4FEE-8382-74F73D6D1E34}"/>
              </a:ext>
            </a:extLst>
          </p:cNvPr>
          <p:cNvSpPr txBox="1"/>
          <p:nvPr/>
        </p:nvSpPr>
        <p:spPr>
          <a:xfrm>
            <a:off x="3664857" y="4165600"/>
            <a:ext cx="1001485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>
                <a:solidFill>
                  <a:srgbClr val="1A1A1A"/>
                </a:solidFill>
                <a:latin typeface="Inter"/>
              </a:rPr>
              <a:t>18</a:t>
            </a:r>
            <a:endParaRPr lang="ko-KR" altLang="en-US" sz="1400">
              <a:solidFill>
                <a:srgbClr val="1A1A1A"/>
              </a:solidFill>
              <a:latin typeface="Inter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805C889-2CA7-418F-AE06-4954E9F9B914}"/>
              </a:ext>
            </a:extLst>
          </p:cNvPr>
          <p:cNvSpPr txBox="1"/>
          <p:nvPr/>
        </p:nvSpPr>
        <p:spPr>
          <a:xfrm>
            <a:off x="4717142" y="4165600"/>
            <a:ext cx="1001485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>
                <a:solidFill>
                  <a:srgbClr val="1A1A1A"/>
                </a:solidFill>
                <a:latin typeface="Inter"/>
              </a:rPr>
              <a:t>19</a:t>
            </a:r>
            <a:endParaRPr lang="ko-KR" altLang="en-US" sz="1400">
              <a:solidFill>
                <a:srgbClr val="1A1A1A"/>
              </a:solidFill>
              <a:latin typeface="Inter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DF6C4CD-284D-414C-9F92-CB38ECFB42FB}"/>
              </a:ext>
            </a:extLst>
          </p:cNvPr>
          <p:cNvSpPr txBox="1"/>
          <p:nvPr/>
        </p:nvSpPr>
        <p:spPr>
          <a:xfrm>
            <a:off x="5769428" y="4165600"/>
            <a:ext cx="1001485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>
                <a:solidFill>
                  <a:srgbClr val="1A1A1A"/>
                </a:solidFill>
                <a:latin typeface="Inter"/>
              </a:rPr>
              <a:t>20</a:t>
            </a:r>
            <a:endParaRPr lang="ko-KR" altLang="en-US" sz="1400">
              <a:solidFill>
                <a:srgbClr val="1A1A1A"/>
              </a:solidFill>
              <a:latin typeface="Inter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3450B93-2132-440E-8625-4277D8A4164B}"/>
              </a:ext>
            </a:extLst>
          </p:cNvPr>
          <p:cNvSpPr txBox="1"/>
          <p:nvPr/>
        </p:nvSpPr>
        <p:spPr>
          <a:xfrm>
            <a:off x="6821714" y="4165600"/>
            <a:ext cx="1001485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>
                <a:solidFill>
                  <a:srgbClr val="1A1A1A"/>
                </a:solidFill>
                <a:latin typeface="Inter"/>
              </a:rPr>
              <a:t>21</a:t>
            </a:r>
            <a:endParaRPr lang="ko-KR" altLang="en-US" sz="1400">
              <a:solidFill>
                <a:srgbClr val="1A1A1A"/>
              </a:solidFill>
              <a:latin typeface="Inter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88014A8-5C51-409F-90E3-FC98857B6219}"/>
              </a:ext>
            </a:extLst>
          </p:cNvPr>
          <p:cNvSpPr txBox="1"/>
          <p:nvPr/>
        </p:nvSpPr>
        <p:spPr>
          <a:xfrm>
            <a:off x="508000" y="4800600"/>
            <a:ext cx="1001485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>
                <a:solidFill>
                  <a:srgbClr val="1A1A1A"/>
                </a:solidFill>
                <a:latin typeface="Inter"/>
              </a:rPr>
              <a:t>22</a:t>
            </a:r>
            <a:endParaRPr lang="ko-KR" altLang="en-US" sz="1400">
              <a:solidFill>
                <a:srgbClr val="1A1A1A"/>
              </a:solidFill>
              <a:latin typeface="Inter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40069D2-EAA7-495D-B0EC-41CC8E20A3AE}"/>
              </a:ext>
            </a:extLst>
          </p:cNvPr>
          <p:cNvSpPr txBox="1"/>
          <p:nvPr/>
        </p:nvSpPr>
        <p:spPr>
          <a:xfrm>
            <a:off x="1560285" y="4800600"/>
            <a:ext cx="1001485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>
                <a:solidFill>
                  <a:srgbClr val="1A1A1A"/>
                </a:solidFill>
                <a:latin typeface="Inter"/>
              </a:rPr>
              <a:t>23</a:t>
            </a:r>
            <a:endParaRPr lang="ko-KR" altLang="en-US" sz="1400">
              <a:solidFill>
                <a:srgbClr val="1A1A1A"/>
              </a:solidFill>
              <a:latin typeface="Inter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21E1108-503D-469C-93E7-DAB2631D730E}"/>
              </a:ext>
            </a:extLst>
          </p:cNvPr>
          <p:cNvSpPr txBox="1"/>
          <p:nvPr/>
        </p:nvSpPr>
        <p:spPr>
          <a:xfrm>
            <a:off x="2612571" y="4800600"/>
            <a:ext cx="1001485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>
                <a:solidFill>
                  <a:srgbClr val="1A1A1A"/>
                </a:solidFill>
                <a:latin typeface="Inter"/>
              </a:rPr>
              <a:t>24</a:t>
            </a:r>
            <a:endParaRPr lang="ko-KR" altLang="en-US" sz="1400">
              <a:solidFill>
                <a:srgbClr val="1A1A1A"/>
              </a:solidFill>
              <a:latin typeface="Inter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864CEB2-98BD-4464-93D9-348EE39830C9}"/>
              </a:ext>
            </a:extLst>
          </p:cNvPr>
          <p:cNvSpPr txBox="1"/>
          <p:nvPr/>
        </p:nvSpPr>
        <p:spPr>
          <a:xfrm>
            <a:off x="3664857" y="4800600"/>
            <a:ext cx="1001485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>
                <a:solidFill>
                  <a:srgbClr val="1A1A1A"/>
                </a:solidFill>
                <a:latin typeface="Inter"/>
              </a:rPr>
              <a:t>25</a:t>
            </a:r>
            <a:endParaRPr lang="ko-KR" altLang="en-US" sz="1400">
              <a:solidFill>
                <a:srgbClr val="1A1A1A"/>
              </a:solidFill>
              <a:latin typeface="Inter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A80C107-121A-4384-AAC3-CF2509BDBF66}"/>
              </a:ext>
            </a:extLst>
          </p:cNvPr>
          <p:cNvSpPr txBox="1"/>
          <p:nvPr/>
        </p:nvSpPr>
        <p:spPr>
          <a:xfrm>
            <a:off x="4717142" y="4800600"/>
            <a:ext cx="1001485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>
                <a:solidFill>
                  <a:srgbClr val="1A1A1A"/>
                </a:solidFill>
                <a:latin typeface="Inter"/>
              </a:rPr>
              <a:t>26</a:t>
            </a:r>
            <a:endParaRPr lang="ko-KR" altLang="en-US" sz="1400">
              <a:solidFill>
                <a:srgbClr val="1A1A1A"/>
              </a:solidFill>
              <a:latin typeface="Inter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FAE2A89-C090-49A8-A587-81A7F03A6A30}"/>
              </a:ext>
            </a:extLst>
          </p:cNvPr>
          <p:cNvSpPr txBox="1"/>
          <p:nvPr/>
        </p:nvSpPr>
        <p:spPr>
          <a:xfrm>
            <a:off x="5769428" y="4800600"/>
            <a:ext cx="1001485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>
                <a:solidFill>
                  <a:srgbClr val="1A1A1A"/>
                </a:solidFill>
                <a:latin typeface="Inter"/>
              </a:rPr>
              <a:t>27</a:t>
            </a:r>
            <a:endParaRPr lang="ko-KR" altLang="en-US" sz="1400">
              <a:solidFill>
                <a:srgbClr val="1A1A1A"/>
              </a:solidFill>
              <a:latin typeface="Inter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9E83C54-86A7-472D-9698-BA32BAAD77FA}"/>
              </a:ext>
            </a:extLst>
          </p:cNvPr>
          <p:cNvSpPr txBox="1"/>
          <p:nvPr/>
        </p:nvSpPr>
        <p:spPr>
          <a:xfrm>
            <a:off x="6821714" y="4800600"/>
            <a:ext cx="1001485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>
                <a:solidFill>
                  <a:srgbClr val="1A1A1A"/>
                </a:solidFill>
                <a:latin typeface="Inter"/>
              </a:rPr>
              <a:t>28</a:t>
            </a:r>
            <a:endParaRPr lang="ko-KR" altLang="en-US" sz="1400">
              <a:solidFill>
                <a:srgbClr val="1A1A1A"/>
              </a:solidFill>
              <a:latin typeface="Inter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44273F7-F1B9-4C5C-B1A2-D8F5081F9C02}"/>
              </a:ext>
            </a:extLst>
          </p:cNvPr>
          <p:cNvSpPr txBox="1"/>
          <p:nvPr/>
        </p:nvSpPr>
        <p:spPr>
          <a:xfrm>
            <a:off x="508000" y="5435600"/>
            <a:ext cx="1001485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>
                <a:solidFill>
                  <a:srgbClr val="1A1A1A"/>
                </a:solidFill>
                <a:latin typeface="Inter"/>
              </a:rPr>
              <a:t>29</a:t>
            </a:r>
            <a:endParaRPr lang="ko-KR" altLang="en-US" sz="1400">
              <a:solidFill>
                <a:srgbClr val="1A1A1A"/>
              </a:solidFill>
              <a:latin typeface="Inter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B1EE7D4-070D-49D4-8C70-7F0F2CAC6E84}"/>
              </a:ext>
            </a:extLst>
          </p:cNvPr>
          <p:cNvSpPr txBox="1"/>
          <p:nvPr/>
        </p:nvSpPr>
        <p:spPr>
          <a:xfrm>
            <a:off x="1560285" y="5435600"/>
            <a:ext cx="1001485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 b="1">
                <a:solidFill>
                  <a:srgbClr val="1A1A1A"/>
                </a:solidFill>
                <a:latin typeface="Inter"/>
              </a:rPr>
              <a:t>30</a:t>
            </a:r>
            <a:endParaRPr lang="ko-KR" altLang="en-US" sz="1400" b="1">
              <a:solidFill>
                <a:srgbClr val="1A1A1A"/>
              </a:solidFill>
              <a:latin typeface="Inter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AE7FFB3-3D20-499B-B533-1A8DB7C8C671}"/>
              </a:ext>
            </a:extLst>
          </p:cNvPr>
          <p:cNvSpPr txBox="1"/>
          <p:nvPr/>
        </p:nvSpPr>
        <p:spPr>
          <a:xfrm>
            <a:off x="2612571" y="5435600"/>
            <a:ext cx="1001485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>
                <a:solidFill>
                  <a:srgbClr val="1A1A1A"/>
                </a:solidFill>
                <a:latin typeface="Inter"/>
              </a:rPr>
              <a:t>31</a:t>
            </a:r>
            <a:endParaRPr lang="ko-KR" altLang="en-US" sz="1400">
              <a:solidFill>
                <a:srgbClr val="1A1A1A"/>
              </a:solidFill>
              <a:latin typeface="Inter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9F15B70-D45A-4134-BA41-4A4C5FE27EA3}"/>
              </a:ext>
            </a:extLst>
          </p:cNvPr>
          <p:cNvSpPr txBox="1"/>
          <p:nvPr/>
        </p:nvSpPr>
        <p:spPr>
          <a:xfrm>
            <a:off x="3664857" y="5435600"/>
            <a:ext cx="1001485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endParaRPr lang="ko-KR" altLang="en-US" sz="1400">
              <a:solidFill>
                <a:srgbClr val="1A1A1A"/>
              </a:solidFill>
              <a:latin typeface="Inter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19805BF-C4FA-4EF5-AF4E-4024848FD8EF}"/>
              </a:ext>
            </a:extLst>
          </p:cNvPr>
          <p:cNvSpPr txBox="1"/>
          <p:nvPr/>
        </p:nvSpPr>
        <p:spPr>
          <a:xfrm>
            <a:off x="4717142" y="5435600"/>
            <a:ext cx="1001485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endParaRPr lang="ko-KR" altLang="en-US" sz="1400">
              <a:solidFill>
                <a:srgbClr val="1A1A1A"/>
              </a:solidFill>
              <a:latin typeface="Inter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A35ED5B-E388-471B-916B-7E9E45A0E13D}"/>
              </a:ext>
            </a:extLst>
          </p:cNvPr>
          <p:cNvSpPr txBox="1"/>
          <p:nvPr/>
        </p:nvSpPr>
        <p:spPr>
          <a:xfrm>
            <a:off x="5769428" y="5435600"/>
            <a:ext cx="1001485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endParaRPr lang="ko-KR" altLang="en-US" sz="1400">
              <a:solidFill>
                <a:srgbClr val="1A1A1A"/>
              </a:solidFill>
              <a:latin typeface="Inter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0330A66-E2DD-4833-8DEB-3D296DF5A4CE}"/>
              </a:ext>
            </a:extLst>
          </p:cNvPr>
          <p:cNvSpPr txBox="1"/>
          <p:nvPr/>
        </p:nvSpPr>
        <p:spPr>
          <a:xfrm>
            <a:off x="6821714" y="5435600"/>
            <a:ext cx="1001485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endParaRPr lang="ko-KR" altLang="en-US" sz="1400">
              <a:solidFill>
                <a:srgbClr val="1A1A1A"/>
              </a:solidFill>
              <a:latin typeface="Inter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DFFFBAA-0FBD-41F9-8988-5A8FC28B0B8B}"/>
              </a:ext>
            </a:extLst>
          </p:cNvPr>
          <p:cNvSpPr txBox="1"/>
          <p:nvPr/>
        </p:nvSpPr>
        <p:spPr>
          <a:xfrm>
            <a:off x="508000" y="6070600"/>
            <a:ext cx="1001485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endParaRPr lang="ko-KR" altLang="en-US" sz="1400">
              <a:solidFill>
                <a:srgbClr val="1A1A1A"/>
              </a:solidFill>
              <a:latin typeface="Inter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6F4C1D32-06BA-493B-9369-FC86EC7D9C3B}"/>
              </a:ext>
            </a:extLst>
          </p:cNvPr>
          <p:cNvSpPr/>
          <p:nvPr/>
        </p:nvSpPr>
        <p:spPr>
          <a:xfrm>
            <a:off x="8382000" y="1016000"/>
            <a:ext cx="12700" cy="5334000"/>
          </a:xfrm>
          <a:prstGeom prst="rect">
            <a:avLst/>
          </a:prstGeom>
          <a:solidFill>
            <a:srgbClr val="E5E2D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EE4A1D2-15D9-4057-B2B2-63F228E46B3C}"/>
              </a:ext>
            </a:extLst>
          </p:cNvPr>
          <p:cNvSpPr txBox="1"/>
          <p:nvPr/>
        </p:nvSpPr>
        <p:spPr>
          <a:xfrm>
            <a:off x="8763000" y="1219200"/>
            <a:ext cx="2921000" cy="2616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100" b="1">
                <a:solidFill>
                  <a:srgbClr val="8A8A8A"/>
                </a:solidFill>
                <a:latin typeface="Inter"/>
              </a:rPr>
              <a:t>UPCOMING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8A068B8-87DB-4D68-BC01-60D489327CEF}"/>
              </a:ext>
            </a:extLst>
          </p:cNvPr>
          <p:cNvSpPr txBox="1"/>
          <p:nvPr/>
        </p:nvSpPr>
        <p:spPr>
          <a:xfrm>
            <a:off x="8763000" y="2057400"/>
            <a:ext cx="558800" cy="28225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altLang="ko-KR" sz="2200" b="1">
                <a:solidFill>
                  <a:srgbClr val="C8553D"/>
                </a:solidFill>
                <a:latin typeface="Inter"/>
              </a:rPr>
              <a:t>09</a:t>
            </a:r>
            <a:endParaRPr lang="ko-KR" sz="2200" b="1" dirty="0">
              <a:solidFill>
                <a:srgbClr val="C8553D"/>
              </a:solidFill>
              <a:latin typeface="Inter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38203A4-5CAF-48C2-97E4-DA8D8627A459}"/>
              </a:ext>
            </a:extLst>
          </p:cNvPr>
          <p:cNvSpPr txBox="1"/>
          <p:nvPr/>
        </p:nvSpPr>
        <p:spPr>
          <a:xfrm>
            <a:off x="8763000" y="2463800"/>
            <a:ext cx="558800" cy="23820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altLang="ko-KR" sz="900">
                <a:solidFill>
                  <a:srgbClr val="8A8A8A"/>
                </a:solidFill>
                <a:latin typeface="Inter"/>
              </a:rPr>
              <a:t>MON</a:t>
            </a:r>
            <a:endParaRPr lang="ko-KR" sz="900" dirty="0">
              <a:solidFill>
                <a:srgbClr val="8A8A8A"/>
              </a:solidFill>
              <a:latin typeface="Inter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48FA39D-24FE-4CE1-9B13-9C2C485E8B4D}"/>
              </a:ext>
            </a:extLst>
          </p:cNvPr>
          <p:cNvSpPr txBox="1"/>
          <p:nvPr/>
        </p:nvSpPr>
        <p:spPr>
          <a:xfrm>
            <a:off x="9423400" y="2057400"/>
            <a:ext cx="2286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ko-KR" altLang="en-US" sz="1300" b="1">
                <a:solidFill>
                  <a:srgbClr val="1A1A1A"/>
                </a:solidFill>
                <a:latin typeface="Inter"/>
              </a:rPr>
              <a:t>제로  휴가</a:t>
            </a:r>
            <a:endParaRPr lang="ko-KR" sz="1300" b="1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0B6A705-896D-456B-9C5B-A62F49184695}"/>
              </a:ext>
            </a:extLst>
          </p:cNvPr>
          <p:cNvSpPr txBox="1"/>
          <p:nvPr/>
        </p:nvSpPr>
        <p:spPr>
          <a:xfrm>
            <a:off x="9423400" y="2311400"/>
            <a:ext cx="2286000" cy="24622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altLang="ko-KR" sz="1000">
                <a:solidFill>
                  <a:srgbClr val="8A8A8A"/>
                </a:solidFill>
                <a:latin typeface="Inter"/>
              </a:rPr>
              <a:t>3/9 (</a:t>
            </a:r>
            <a:r>
              <a:rPr lang="ko-KR" altLang="en-US" sz="1000">
                <a:solidFill>
                  <a:srgbClr val="8A8A8A"/>
                </a:solidFill>
                <a:latin typeface="Inter"/>
              </a:rPr>
              <a:t>월</a:t>
            </a:r>
            <a:r>
              <a:rPr lang="en-US" altLang="ko-KR" sz="1000">
                <a:solidFill>
                  <a:srgbClr val="8A8A8A"/>
                </a:solidFill>
                <a:latin typeface="Inter"/>
              </a:rPr>
              <a:t>) ~ 3/13 (</a:t>
            </a:r>
            <a:r>
              <a:rPr lang="ko-KR" altLang="en-US" sz="1000">
                <a:solidFill>
                  <a:srgbClr val="8A8A8A"/>
                </a:solidFill>
                <a:latin typeface="Inter"/>
              </a:rPr>
              <a:t>금</a:t>
            </a:r>
            <a:r>
              <a:rPr lang="en-US" altLang="ko-KR" sz="1000">
                <a:solidFill>
                  <a:srgbClr val="8A8A8A"/>
                </a:solidFill>
                <a:latin typeface="Inter"/>
              </a:rPr>
              <a:t>) · 5</a:t>
            </a:r>
            <a:r>
              <a:rPr lang="ko-KR" altLang="en-US" sz="1000">
                <a:solidFill>
                  <a:srgbClr val="8A8A8A"/>
                </a:solidFill>
                <a:latin typeface="Inter"/>
              </a:rPr>
              <a:t>일</a:t>
            </a:r>
            <a:endParaRPr lang="ko-KR" sz="1000" dirty="0">
              <a:solidFill>
                <a:srgbClr val="8A8A8A"/>
              </a:solidFill>
              <a:latin typeface="Inter"/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36C73F19-34B2-42FB-9520-3D401183E05C}"/>
              </a:ext>
            </a:extLst>
          </p:cNvPr>
          <p:cNvSpPr/>
          <p:nvPr/>
        </p:nvSpPr>
        <p:spPr>
          <a:xfrm>
            <a:off x="8763000" y="2870200"/>
            <a:ext cx="2921000" cy="12700"/>
          </a:xfrm>
          <a:prstGeom prst="rect">
            <a:avLst/>
          </a:prstGeom>
          <a:solidFill>
            <a:srgbClr val="E5E2D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ED09E57-8420-4D49-A1A2-4AADF1BB23C1}"/>
              </a:ext>
            </a:extLst>
          </p:cNvPr>
          <p:cNvSpPr txBox="1"/>
          <p:nvPr/>
        </p:nvSpPr>
        <p:spPr>
          <a:xfrm>
            <a:off x="8763000" y="3022600"/>
            <a:ext cx="558800" cy="28225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altLang="ko-KR" sz="2200" b="1">
                <a:solidFill>
                  <a:srgbClr val="C8553D"/>
                </a:solidFill>
                <a:latin typeface="Inter"/>
              </a:rPr>
              <a:t>20</a:t>
            </a:r>
            <a:endParaRPr lang="ko-KR" sz="2200" b="1" dirty="0">
              <a:solidFill>
                <a:srgbClr val="C8553D"/>
              </a:solidFill>
              <a:latin typeface="Inter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C0F5ECB-E67C-48D6-9E88-F4556597EC9D}"/>
              </a:ext>
            </a:extLst>
          </p:cNvPr>
          <p:cNvSpPr txBox="1"/>
          <p:nvPr/>
        </p:nvSpPr>
        <p:spPr>
          <a:xfrm>
            <a:off x="8763000" y="3429000"/>
            <a:ext cx="558800" cy="23820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altLang="ko-KR" sz="900">
                <a:solidFill>
                  <a:srgbClr val="8A8A8A"/>
                </a:solidFill>
                <a:latin typeface="Inter"/>
              </a:rPr>
              <a:t>FRI</a:t>
            </a:r>
            <a:endParaRPr lang="ko-KR" sz="900" dirty="0">
              <a:solidFill>
                <a:srgbClr val="8A8A8A"/>
              </a:solidFill>
              <a:latin typeface="Inter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30672A3-DE38-46AD-95E0-55E77A88335D}"/>
              </a:ext>
            </a:extLst>
          </p:cNvPr>
          <p:cNvSpPr txBox="1"/>
          <p:nvPr/>
        </p:nvSpPr>
        <p:spPr>
          <a:xfrm>
            <a:off x="9423400" y="3022600"/>
            <a:ext cx="2286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ko-KR" altLang="en-US" sz="1300" b="1">
                <a:solidFill>
                  <a:srgbClr val="1A1A1A"/>
                </a:solidFill>
                <a:latin typeface="Inter"/>
              </a:rPr>
              <a:t>자일로  연차</a:t>
            </a:r>
            <a:endParaRPr lang="ko-KR" sz="1300" b="1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35E9C5E-F9AD-4ED9-81F1-DB90BF078FC2}"/>
              </a:ext>
            </a:extLst>
          </p:cNvPr>
          <p:cNvSpPr txBox="1"/>
          <p:nvPr/>
        </p:nvSpPr>
        <p:spPr>
          <a:xfrm>
            <a:off x="9423400" y="3276600"/>
            <a:ext cx="2286000" cy="24622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altLang="ko-KR" sz="1000">
                <a:solidFill>
                  <a:srgbClr val="8A8A8A"/>
                </a:solidFill>
                <a:latin typeface="Inter"/>
              </a:rPr>
              <a:t>3/20 (</a:t>
            </a:r>
            <a:r>
              <a:rPr lang="ko-KR" altLang="en-US" sz="1000">
                <a:solidFill>
                  <a:srgbClr val="8A8A8A"/>
                </a:solidFill>
                <a:latin typeface="Inter"/>
              </a:rPr>
              <a:t>금</a:t>
            </a:r>
            <a:r>
              <a:rPr lang="en-US" altLang="ko-KR" sz="1000">
                <a:solidFill>
                  <a:srgbClr val="8A8A8A"/>
                </a:solidFill>
                <a:latin typeface="Inter"/>
              </a:rPr>
              <a:t>) · 1</a:t>
            </a:r>
            <a:r>
              <a:rPr lang="ko-KR" altLang="en-US" sz="1000">
                <a:solidFill>
                  <a:srgbClr val="8A8A8A"/>
                </a:solidFill>
                <a:latin typeface="Inter"/>
              </a:rPr>
              <a:t>일</a:t>
            </a:r>
            <a:endParaRPr lang="ko-KR" sz="1000" dirty="0">
              <a:solidFill>
                <a:srgbClr val="8A8A8A"/>
              </a:solidFill>
              <a:latin typeface="Inter"/>
            </a:endParaRP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1E14E99E-3300-4197-9781-16573C696662}"/>
              </a:ext>
            </a:extLst>
          </p:cNvPr>
          <p:cNvSpPr/>
          <p:nvPr/>
        </p:nvSpPr>
        <p:spPr>
          <a:xfrm>
            <a:off x="8763000" y="3835400"/>
            <a:ext cx="2921000" cy="12700"/>
          </a:xfrm>
          <a:prstGeom prst="rect">
            <a:avLst/>
          </a:prstGeom>
          <a:solidFill>
            <a:srgbClr val="E5E2D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2720029-810E-4545-A2D7-201DC3FE851E}"/>
              </a:ext>
            </a:extLst>
          </p:cNvPr>
          <p:cNvSpPr txBox="1"/>
          <p:nvPr/>
        </p:nvSpPr>
        <p:spPr>
          <a:xfrm>
            <a:off x="8763000" y="3987800"/>
            <a:ext cx="558800" cy="28225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altLang="ko-KR" sz="2200" b="1">
                <a:solidFill>
                  <a:srgbClr val="C8553D"/>
                </a:solidFill>
                <a:latin typeface="Inter"/>
              </a:rPr>
              <a:t>27</a:t>
            </a:r>
            <a:endParaRPr lang="ko-KR" sz="2200" b="1" dirty="0">
              <a:solidFill>
                <a:srgbClr val="C8553D"/>
              </a:solidFill>
              <a:latin typeface="Inter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F46A742-A62E-4BE3-88B3-925DE3E04AEF}"/>
              </a:ext>
            </a:extLst>
          </p:cNvPr>
          <p:cNvSpPr txBox="1"/>
          <p:nvPr/>
        </p:nvSpPr>
        <p:spPr>
          <a:xfrm>
            <a:off x="8763000" y="4394200"/>
            <a:ext cx="558800" cy="23820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altLang="ko-KR" sz="900">
                <a:solidFill>
                  <a:srgbClr val="8A8A8A"/>
                </a:solidFill>
                <a:latin typeface="Inter"/>
              </a:rPr>
              <a:t>FRI</a:t>
            </a:r>
            <a:endParaRPr lang="ko-KR" sz="900" dirty="0">
              <a:solidFill>
                <a:srgbClr val="8A8A8A"/>
              </a:solidFill>
              <a:latin typeface="Inter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2EC649B-4297-4637-BFE3-7B53FBEFA842}"/>
              </a:ext>
            </a:extLst>
          </p:cNvPr>
          <p:cNvSpPr txBox="1"/>
          <p:nvPr/>
        </p:nvSpPr>
        <p:spPr>
          <a:xfrm>
            <a:off x="9423400" y="3987800"/>
            <a:ext cx="2286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ko-KR" altLang="en-US" sz="1300" b="1">
                <a:solidFill>
                  <a:srgbClr val="1A1A1A"/>
                </a:solidFill>
                <a:latin typeface="Inter"/>
              </a:rPr>
              <a:t>나나  반차</a:t>
            </a:r>
            <a:endParaRPr lang="ko-KR" sz="1300" b="1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16FE3F3-2172-45B4-B035-BB35B26ABB18}"/>
              </a:ext>
            </a:extLst>
          </p:cNvPr>
          <p:cNvSpPr txBox="1"/>
          <p:nvPr/>
        </p:nvSpPr>
        <p:spPr>
          <a:xfrm>
            <a:off x="9423400" y="4241800"/>
            <a:ext cx="2286000" cy="24622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altLang="ko-KR" sz="1000">
                <a:solidFill>
                  <a:srgbClr val="8A8A8A"/>
                </a:solidFill>
                <a:latin typeface="Inter"/>
              </a:rPr>
              <a:t>3/27 (</a:t>
            </a:r>
            <a:r>
              <a:rPr lang="ko-KR" altLang="en-US" sz="1000">
                <a:solidFill>
                  <a:srgbClr val="8A8A8A"/>
                </a:solidFill>
                <a:latin typeface="Inter"/>
              </a:rPr>
              <a:t>금</a:t>
            </a:r>
            <a:r>
              <a:rPr lang="en-US" altLang="ko-KR" sz="1000">
                <a:solidFill>
                  <a:srgbClr val="8A8A8A"/>
                </a:solidFill>
                <a:latin typeface="Inter"/>
              </a:rPr>
              <a:t>) </a:t>
            </a:r>
            <a:r>
              <a:rPr lang="ko-KR" altLang="en-US" sz="1000">
                <a:solidFill>
                  <a:srgbClr val="8A8A8A"/>
                </a:solidFill>
                <a:latin typeface="Inter"/>
              </a:rPr>
              <a:t>오후</a:t>
            </a:r>
            <a:endParaRPr lang="ko-KR" sz="1000" dirty="0">
              <a:solidFill>
                <a:srgbClr val="8A8A8A"/>
              </a:solidFill>
              <a:latin typeface="Inter"/>
            </a:endParaRP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6B44AF85-ACD6-412C-8F08-B69CCCA5E13E}"/>
              </a:ext>
            </a:extLst>
          </p:cNvPr>
          <p:cNvSpPr/>
          <p:nvPr/>
        </p:nvSpPr>
        <p:spPr>
          <a:xfrm>
            <a:off x="8763000" y="4800600"/>
            <a:ext cx="2921000" cy="12700"/>
          </a:xfrm>
          <a:prstGeom prst="rect">
            <a:avLst/>
          </a:prstGeom>
          <a:solidFill>
            <a:srgbClr val="E5E2D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C38B288-9816-48A2-804C-65BF6C64A805}"/>
              </a:ext>
            </a:extLst>
          </p:cNvPr>
          <p:cNvSpPr txBox="1"/>
          <p:nvPr/>
        </p:nvSpPr>
        <p:spPr>
          <a:xfrm>
            <a:off x="8763000" y="4953000"/>
            <a:ext cx="558800" cy="28225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1200"/>
              </a:lnSpc>
            </a:pPr>
            <a:endParaRPr lang="ko-KR" sz="2200" b="1" dirty="0">
              <a:solidFill>
                <a:srgbClr val="C8553D"/>
              </a:solidFill>
              <a:latin typeface="Inter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FA30BAC-3592-42C9-8596-5FBB4EEC69C3}"/>
              </a:ext>
            </a:extLst>
          </p:cNvPr>
          <p:cNvSpPr txBox="1"/>
          <p:nvPr/>
        </p:nvSpPr>
        <p:spPr>
          <a:xfrm>
            <a:off x="8763000" y="5359400"/>
            <a:ext cx="558800" cy="23820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1200"/>
              </a:lnSpc>
            </a:pPr>
            <a:endParaRPr lang="ko-KR" sz="900" dirty="0">
              <a:solidFill>
                <a:srgbClr val="8A8A8A"/>
              </a:solidFill>
              <a:latin typeface="Inter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8545993-292E-4F94-9215-7B837918E850}"/>
              </a:ext>
            </a:extLst>
          </p:cNvPr>
          <p:cNvSpPr txBox="1"/>
          <p:nvPr/>
        </p:nvSpPr>
        <p:spPr>
          <a:xfrm>
            <a:off x="9423400" y="4953000"/>
            <a:ext cx="2286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1200"/>
              </a:lnSpc>
            </a:pPr>
            <a:endParaRPr lang="ko-KR" sz="1300" b="1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9B6DD85-2878-410A-B0B9-2F50F9ADCD54}"/>
              </a:ext>
            </a:extLst>
          </p:cNvPr>
          <p:cNvSpPr txBox="1"/>
          <p:nvPr/>
        </p:nvSpPr>
        <p:spPr>
          <a:xfrm>
            <a:off x="9423400" y="5207000"/>
            <a:ext cx="2286000" cy="24622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1200"/>
              </a:lnSpc>
            </a:pPr>
            <a:endParaRPr lang="ko-KR" sz="1000" dirty="0">
              <a:solidFill>
                <a:srgbClr val="8A8A8A"/>
              </a:solidFill>
              <a:latin typeface="Inter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F4C5C0B4-97C8-4F9B-B0A5-BA9A87D8CAC7}"/>
              </a:ext>
            </a:extLst>
          </p:cNvPr>
          <p:cNvSpPr/>
          <p:nvPr/>
        </p:nvSpPr>
        <p:spPr>
          <a:xfrm>
            <a:off x="8763000" y="5765800"/>
            <a:ext cx="2921000" cy="12700"/>
          </a:xfrm>
          <a:prstGeom prst="rect">
            <a:avLst/>
          </a:prstGeom>
          <a:solidFill>
            <a:srgbClr val="E5E2D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F3F9F124-2422-4C6F-9BA1-1923D68A8349}"/>
              </a:ext>
            </a:extLst>
          </p:cNvPr>
          <p:cNvSpPr/>
          <p:nvPr/>
        </p:nvSpPr>
        <p:spPr>
          <a:xfrm>
            <a:off x="508000" y="6477000"/>
            <a:ext cx="11176000" cy="12700"/>
          </a:xfrm>
          <a:prstGeom prst="rect">
            <a:avLst/>
          </a:prstGeom>
          <a:solidFill>
            <a:srgbClr val="E5E2D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74F2CEBE-F3CC-441E-B8BA-79004222DD85}"/>
              </a:ext>
            </a:extLst>
          </p:cNvPr>
          <p:cNvSpPr/>
          <p:nvPr/>
        </p:nvSpPr>
        <p:spPr>
          <a:xfrm>
            <a:off x="5816600" y="4597400"/>
            <a:ext cx="38100" cy="127000"/>
          </a:xfrm>
          <a:prstGeom prst="rect">
            <a:avLst/>
          </a:prstGeom>
          <a:solidFill>
            <a:srgbClr val="80808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D5E56DC9-701E-430B-B35E-C725E01F5B38}"/>
              </a:ext>
            </a:extLst>
          </p:cNvPr>
          <p:cNvSpPr txBox="1"/>
          <p:nvPr/>
        </p:nvSpPr>
        <p:spPr>
          <a:xfrm>
            <a:off x="5880100" y="4546600"/>
            <a:ext cx="925285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ko-KR" altLang="en-US" sz="900" b="1">
                <a:solidFill>
                  <a:srgbClr val="808080"/>
                </a:solidFill>
                <a:latin typeface="Inter"/>
              </a:rPr>
              <a:t>자일로 연차</a:t>
            </a: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7ADE3905-6C7C-44AF-8B82-32BD8625C4F5}"/>
              </a:ext>
            </a:extLst>
          </p:cNvPr>
          <p:cNvSpPr/>
          <p:nvPr/>
        </p:nvSpPr>
        <p:spPr>
          <a:xfrm>
            <a:off x="5816600" y="5232400"/>
            <a:ext cx="38100" cy="127000"/>
          </a:xfrm>
          <a:prstGeom prst="rect">
            <a:avLst/>
          </a:prstGeom>
          <a:solidFill>
            <a:srgbClr val="8C6BB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F3A9F438-1BEE-44DF-B66B-86685B59D049}"/>
              </a:ext>
            </a:extLst>
          </p:cNvPr>
          <p:cNvSpPr txBox="1"/>
          <p:nvPr/>
        </p:nvSpPr>
        <p:spPr>
          <a:xfrm>
            <a:off x="5880100" y="5181600"/>
            <a:ext cx="925285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ko-KR" altLang="en-US" sz="900" b="1">
                <a:solidFill>
                  <a:srgbClr val="8C6BB3"/>
                </a:solidFill>
                <a:latin typeface="Inter"/>
              </a:rPr>
              <a:t>나나 반차</a:t>
            </a: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82DD332A-7C7F-4CFE-973F-B067E7CACB2D}"/>
              </a:ext>
            </a:extLst>
          </p:cNvPr>
          <p:cNvSpPr/>
          <p:nvPr/>
        </p:nvSpPr>
        <p:spPr>
          <a:xfrm>
            <a:off x="-1270000" y="-1168400"/>
            <a:ext cx="38100" cy="127000"/>
          </a:xfrm>
          <a:prstGeom prst="rect">
            <a:avLst/>
          </a:prstGeom>
          <a:solidFill>
            <a:srgbClr val="D4926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E017A210-B11E-46AD-8076-3BD18D1AA4F1}"/>
              </a:ext>
            </a:extLst>
          </p:cNvPr>
          <p:cNvSpPr txBox="1"/>
          <p:nvPr/>
        </p:nvSpPr>
        <p:spPr>
          <a:xfrm>
            <a:off x="-1270000" y="-1270000"/>
            <a:ext cx="925285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endParaRPr lang="ko-KR" altLang="en-US" sz="900" b="1">
              <a:solidFill>
                <a:srgbClr val="D4926A"/>
              </a:solidFill>
              <a:latin typeface="Inter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33A010B-7BBE-420B-43CB-C5497BC7A8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1350" y="145017"/>
            <a:ext cx="882650" cy="608808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EC41CED9-9318-49AF-934B-F4E55313955A}"/>
              </a:ext>
            </a:extLst>
          </p:cNvPr>
          <p:cNvSpPr txBox="1"/>
          <p:nvPr/>
        </p:nvSpPr>
        <p:spPr>
          <a:xfrm>
            <a:off x="508000" y="2895600"/>
            <a:ext cx="10033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>
                <a:solidFill>
                  <a:srgbClr val="1A1A1A"/>
                </a:solidFill>
                <a:latin typeface="Inter"/>
              </a:rPr>
              <a:t>1</a:t>
            </a:r>
            <a:endParaRPr lang="ko-KR" altLang="en-US" sz="1400">
              <a:solidFill>
                <a:srgbClr val="1A1A1A"/>
              </a:solidFill>
              <a:latin typeface="Inter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4243F6B-6622-493E-B368-CC7F0C1FE8E3}"/>
              </a:ext>
            </a:extLst>
          </p:cNvPr>
          <p:cNvSpPr txBox="1"/>
          <p:nvPr/>
        </p:nvSpPr>
        <p:spPr>
          <a:xfrm>
            <a:off x="1562100" y="2895600"/>
            <a:ext cx="10033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>
                <a:solidFill>
                  <a:srgbClr val="1A1A1A"/>
                </a:solidFill>
                <a:latin typeface="Inter"/>
              </a:rPr>
              <a:t>2</a:t>
            </a:r>
            <a:endParaRPr lang="ko-KR" altLang="en-US" sz="1400">
              <a:solidFill>
                <a:srgbClr val="1A1A1A"/>
              </a:solidFill>
              <a:latin typeface="Inter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ABADD71-9DA4-4269-9080-FF8539FF5310}"/>
              </a:ext>
            </a:extLst>
          </p:cNvPr>
          <p:cNvSpPr txBox="1"/>
          <p:nvPr/>
        </p:nvSpPr>
        <p:spPr>
          <a:xfrm>
            <a:off x="2616200" y="2895600"/>
            <a:ext cx="10033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>
                <a:solidFill>
                  <a:srgbClr val="1A1A1A"/>
                </a:solidFill>
                <a:latin typeface="Inter"/>
              </a:rPr>
              <a:t>3</a:t>
            </a:r>
            <a:endParaRPr lang="ko-KR" altLang="en-US" sz="1400">
              <a:solidFill>
                <a:srgbClr val="1A1A1A"/>
              </a:solidFill>
              <a:latin typeface="Inter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BBA70A8-0F93-4B79-820E-7A8B3C37BA33}"/>
              </a:ext>
            </a:extLst>
          </p:cNvPr>
          <p:cNvSpPr txBox="1"/>
          <p:nvPr/>
        </p:nvSpPr>
        <p:spPr>
          <a:xfrm>
            <a:off x="3670300" y="2895600"/>
            <a:ext cx="10033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>
                <a:solidFill>
                  <a:srgbClr val="1A1A1A"/>
                </a:solidFill>
                <a:latin typeface="Inter"/>
              </a:rPr>
              <a:t>4</a:t>
            </a:r>
            <a:endParaRPr lang="ko-KR" altLang="en-US" sz="1400">
              <a:solidFill>
                <a:srgbClr val="1A1A1A"/>
              </a:solidFill>
              <a:latin typeface="Inter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BC3007C2-4A18-415E-81C6-5EF152EADD7B}"/>
              </a:ext>
            </a:extLst>
          </p:cNvPr>
          <p:cNvSpPr txBox="1"/>
          <p:nvPr/>
        </p:nvSpPr>
        <p:spPr>
          <a:xfrm>
            <a:off x="4711700" y="2895600"/>
            <a:ext cx="10033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>
                <a:solidFill>
                  <a:srgbClr val="1A1A1A"/>
                </a:solidFill>
                <a:latin typeface="Inter"/>
              </a:rPr>
              <a:t>5</a:t>
            </a:r>
            <a:endParaRPr lang="ko-KR" altLang="en-US" sz="1400">
              <a:solidFill>
                <a:srgbClr val="1A1A1A"/>
              </a:solidFill>
              <a:latin typeface="Inter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D15D1905-9249-8B7F-7355-47DC2084B81F}"/>
              </a:ext>
            </a:extLst>
          </p:cNvPr>
          <p:cNvSpPr txBox="1"/>
          <p:nvPr/>
        </p:nvSpPr>
        <p:spPr>
          <a:xfrm>
            <a:off x="8763000" y="1473200"/>
            <a:ext cx="2921000" cy="4001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2000" b="1">
                <a:solidFill>
                  <a:srgbClr val="1A1A1A"/>
                </a:solidFill>
                <a:latin typeface="Inter"/>
              </a:rPr>
              <a:t>휴가 </a:t>
            </a:r>
            <a:r>
              <a:rPr lang="ko-KR" altLang="en-US" sz="2000" b="1" dirty="0">
                <a:solidFill>
                  <a:srgbClr val="1A1A1A"/>
                </a:solidFill>
                <a:latin typeface="Inter"/>
              </a:rPr>
              <a:t>일정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A979FFE0-5AE4-42F1-8A30-E52691FACBD3}"/>
              </a:ext>
            </a:extLst>
          </p:cNvPr>
          <p:cNvSpPr txBox="1"/>
          <p:nvPr/>
        </p:nvSpPr>
        <p:spPr>
          <a:xfrm>
            <a:off x="3302001" y="3959999"/>
            <a:ext cx="1016000" cy="1524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ctr"/>
            <a:r>
              <a:rPr lang="ko-KR" altLang="en-US" sz="1000" b="1" dirty="0">
                <a:solidFill>
                  <a:srgbClr val="E97132"/>
                </a:solidFill>
                <a:latin typeface="맑은 고딕"/>
                <a:ea typeface="맑은 고딕"/>
              </a:rPr>
              <a:t>제로 휴가</a:t>
            </a: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A6DA31A9-9136-4BBD-897D-0991932DBF1A}"/>
              </a:ext>
            </a:extLst>
          </p:cNvPr>
          <p:cNvSpPr/>
          <p:nvPr/>
        </p:nvSpPr>
        <p:spPr>
          <a:xfrm>
            <a:off x="1612900" y="3924300"/>
            <a:ext cx="25400" cy="203200"/>
          </a:xfrm>
          <a:prstGeom prst="rect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753C2EB5-76E6-4820-9ADF-74D49AEF8A0A}"/>
              </a:ext>
            </a:extLst>
          </p:cNvPr>
          <p:cNvSpPr/>
          <p:nvPr/>
        </p:nvSpPr>
        <p:spPr>
          <a:xfrm>
            <a:off x="5842000" y="3924300"/>
            <a:ext cx="25400" cy="203200"/>
          </a:xfrm>
          <a:prstGeom prst="rect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68882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1CCBFB46-F628-4166-950F-01AE26B69DD7}"/>
              </a:ext>
            </a:extLst>
          </p:cNvPr>
          <p:cNvSpPr/>
          <p:nvPr/>
        </p:nvSpPr>
        <p:spPr>
          <a:xfrm>
            <a:off x="508000" y="762000"/>
            <a:ext cx="11176000" cy="12700"/>
          </a:xfrm>
          <a:prstGeom prst="rect">
            <a:avLst/>
          </a:prstGeom>
          <a:solidFill>
            <a:srgbClr val="E5E2D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95F69C-ACB1-4748-A1B8-F78F0E557661}"/>
              </a:ext>
            </a:extLst>
          </p:cNvPr>
          <p:cNvSpPr txBox="1"/>
          <p:nvPr/>
        </p:nvSpPr>
        <p:spPr>
          <a:xfrm>
            <a:off x="508000" y="990600"/>
            <a:ext cx="1778000" cy="120032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sz="7200" b="1" dirty="0">
                <a:solidFill>
                  <a:srgbClr val="1A1A1A"/>
                </a:solidFill>
                <a:latin typeface="Inter"/>
              </a:rPr>
              <a:t>06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FAA051-4B75-4D04-91D0-F268EEA95DB0}"/>
              </a:ext>
            </a:extLst>
          </p:cNvPr>
          <p:cNvSpPr txBox="1"/>
          <p:nvPr/>
        </p:nvSpPr>
        <p:spPr>
          <a:xfrm>
            <a:off x="2133600" y="1219200"/>
            <a:ext cx="2032000" cy="268663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ko-KR" sz="1800" b="1" dirty="0">
                <a:solidFill>
                  <a:srgbClr val="1A1A1A"/>
                </a:solidFill>
                <a:latin typeface="Inter"/>
              </a:rPr>
              <a:t>JUNE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892AC7-CD3E-409B-A423-72C9668EE2D6}"/>
              </a:ext>
            </a:extLst>
          </p:cNvPr>
          <p:cNvSpPr txBox="1"/>
          <p:nvPr/>
        </p:nvSpPr>
        <p:spPr>
          <a:xfrm>
            <a:off x="2133600" y="1625600"/>
            <a:ext cx="2540000" cy="24686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ko-KR" sz="1200" dirty="0">
                <a:solidFill>
                  <a:srgbClr val="8A8A8A"/>
                </a:solidFill>
                <a:latin typeface="Inter"/>
              </a:rPr>
              <a:t>유월 · 202</a:t>
            </a:r>
            <a:r>
              <a:rPr lang="en-US" altLang="ko-KR" sz="1200" dirty="0">
                <a:solidFill>
                  <a:srgbClr val="8A8A8A"/>
                </a:solidFill>
                <a:latin typeface="Inter"/>
              </a:rPr>
              <a:t>5</a:t>
            </a:r>
            <a:endParaRPr lang="ko-KR" sz="1200" dirty="0">
              <a:solidFill>
                <a:srgbClr val="8A8A8A"/>
              </a:solidFill>
              <a:latin typeface="Inter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C6F63E-9566-4CCC-AA7D-E3612F368265}"/>
              </a:ext>
            </a:extLst>
          </p:cNvPr>
          <p:cNvSpPr txBox="1"/>
          <p:nvPr/>
        </p:nvSpPr>
        <p:spPr>
          <a:xfrm>
            <a:off x="508000" y="2540000"/>
            <a:ext cx="1052285" cy="24622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000" b="1">
                <a:solidFill>
                  <a:srgbClr val="B85042"/>
                </a:solidFill>
                <a:latin typeface="Inter"/>
              </a:rPr>
              <a:t>S</a:t>
            </a:r>
            <a:endParaRPr lang="ko-KR" altLang="en-US" sz="1000" b="1">
              <a:solidFill>
                <a:srgbClr val="B85042"/>
              </a:solidFill>
              <a:latin typeface="Inter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5D9ED27-74B7-4510-88D5-AF9BFF75C24E}"/>
              </a:ext>
            </a:extLst>
          </p:cNvPr>
          <p:cNvSpPr txBox="1"/>
          <p:nvPr/>
        </p:nvSpPr>
        <p:spPr>
          <a:xfrm>
            <a:off x="1560285" y="2540000"/>
            <a:ext cx="1052285" cy="24622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000" b="1">
                <a:solidFill>
                  <a:srgbClr val="8A8A8A"/>
                </a:solidFill>
                <a:latin typeface="Inter"/>
              </a:rPr>
              <a:t>M</a:t>
            </a:r>
            <a:endParaRPr lang="ko-KR" altLang="en-US" sz="1000" b="1">
              <a:solidFill>
                <a:srgbClr val="8A8A8A"/>
              </a:solidFill>
              <a:latin typeface="Inter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E5584F6-B33F-4BAA-ACE7-3BEEED795352}"/>
              </a:ext>
            </a:extLst>
          </p:cNvPr>
          <p:cNvSpPr txBox="1"/>
          <p:nvPr/>
        </p:nvSpPr>
        <p:spPr>
          <a:xfrm>
            <a:off x="2612571" y="2540000"/>
            <a:ext cx="1052285" cy="24622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000" b="1">
                <a:solidFill>
                  <a:srgbClr val="8A8A8A"/>
                </a:solidFill>
                <a:latin typeface="Inter"/>
              </a:rPr>
              <a:t>T</a:t>
            </a:r>
            <a:endParaRPr lang="ko-KR" altLang="en-US" sz="1000" b="1">
              <a:solidFill>
                <a:srgbClr val="8A8A8A"/>
              </a:solidFill>
              <a:latin typeface="Inter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540B7E5-A894-4CDC-8FB2-6552C170A3C3}"/>
              </a:ext>
            </a:extLst>
          </p:cNvPr>
          <p:cNvSpPr txBox="1"/>
          <p:nvPr/>
        </p:nvSpPr>
        <p:spPr>
          <a:xfrm>
            <a:off x="3664857" y="2540000"/>
            <a:ext cx="1052285" cy="24622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000" b="1">
                <a:solidFill>
                  <a:srgbClr val="8A8A8A"/>
                </a:solidFill>
                <a:latin typeface="Inter"/>
              </a:rPr>
              <a:t>W</a:t>
            </a:r>
            <a:endParaRPr lang="ko-KR" altLang="en-US" sz="1000" b="1">
              <a:solidFill>
                <a:srgbClr val="8A8A8A"/>
              </a:solidFill>
              <a:latin typeface="Inter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213DCAE-591D-4430-A5C9-BDB43F6EB33B}"/>
              </a:ext>
            </a:extLst>
          </p:cNvPr>
          <p:cNvSpPr txBox="1"/>
          <p:nvPr/>
        </p:nvSpPr>
        <p:spPr>
          <a:xfrm>
            <a:off x="4717142" y="2540000"/>
            <a:ext cx="1052285" cy="24622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000" b="1">
                <a:solidFill>
                  <a:srgbClr val="8A8A8A"/>
                </a:solidFill>
                <a:latin typeface="Inter"/>
              </a:rPr>
              <a:t>T</a:t>
            </a:r>
            <a:endParaRPr lang="ko-KR" altLang="en-US" sz="1000" b="1">
              <a:solidFill>
                <a:srgbClr val="8A8A8A"/>
              </a:solidFill>
              <a:latin typeface="Inter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B2539D-CE6C-4AF3-9614-B1D71C067188}"/>
              </a:ext>
            </a:extLst>
          </p:cNvPr>
          <p:cNvSpPr txBox="1"/>
          <p:nvPr/>
        </p:nvSpPr>
        <p:spPr>
          <a:xfrm>
            <a:off x="5769428" y="2540000"/>
            <a:ext cx="1052285" cy="24622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000" b="1">
                <a:solidFill>
                  <a:srgbClr val="8A8A8A"/>
                </a:solidFill>
                <a:latin typeface="Inter"/>
              </a:rPr>
              <a:t>F</a:t>
            </a:r>
            <a:endParaRPr lang="ko-KR" altLang="en-US" sz="1000" b="1">
              <a:solidFill>
                <a:srgbClr val="8A8A8A"/>
              </a:solidFill>
              <a:latin typeface="Inter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AC5FFDA-68A4-45DC-B7BD-2B3562C05E71}"/>
              </a:ext>
            </a:extLst>
          </p:cNvPr>
          <p:cNvSpPr txBox="1"/>
          <p:nvPr/>
        </p:nvSpPr>
        <p:spPr>
          <a:xfrm>
            <a:off x="6821714" y="2540000"/>
            <a:ext cx="1052285" cy="24622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000" b="1">
                <a:solidFill>
                  <a:srgbClr val="B85042"/>
                </a:solidFill>
                <a:latin typeface="Inter"/>
              </a:rPr>
              <a:t>S</a:t>
            </a:r>
            <a:endParaRPr lang="ko-KR" altLang="en-US" sz="1000" b="1">
              <a:solidFill>
                <a:srgbClr val="B85042"/>
              </a:solidFill>
              <a:latin typeface="Inter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FFB9CB0-7D62-4297-8E4A-DEAA0E39E608}"/>
              </a:ext>
            </a:extLst>
          </p:cNvPr>
          <p:cNvSpPr/>
          <p:nvPr/>
        </p:nvSpPr>
        <p:spPr>
          <a:xfrm>
            <a:off x="508000" y="2844800"/>
            <a:ext cx="7366000" cy="12700"/>
          </a:xfrm>
          <a:prstGeom prst="rect">
            <a:avLst/>
          </a:prstGeom>
          <a:solidFill>
            <a:srgbClr val="E5E2D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C622A30-7400-424B-AE0B-58FC221DBB67}"/>
              </a:ext>
            </a:extLst>
          </p:cNvPr>
          <p:cNvSpPr txBox="1"/>
          <p:nvPr/>
        </p:nvSpPr>
        <p:spPr>
          <a:xfrm>
            <a:off x="5769428" y="2895600"/>
            <a:ext cx="1001485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altLang="ko-KR" sz="1400">
                <a:solidFill>
                  <a:srgbClr val="1A1A1A"/>
                </a:solidFill>
                <a:latin typeface="Inter"/>
              </a:rPr>
              <a:t>5</a:t>
            </a:r>
            <a:endParaRPr lang="ko-KR" sz="140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7D8A3DA-2539-44ED-868E-B702BE652A32}"/>
              </a:ext>
            </a:extLst>
          </p:cNvPr>
          <p:cNvSpPr txBox="1"/>
          <p:nvPr/>
        </p:nvSpPr>
        <p:spPr>
          <a:xfrm>
            <a:off x="6821714" y="2895600"/>
            <a:ext cx="1001485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altLang="ko-KR" sz="1400" b="1">
                <a:solidFill>
                  <a:srgbClr val="1A1A1A"/>
                </a:solidFill>
                <a:latin typeface="Inter"/>
              </a:rPr>
              <a:t>6</a:t>
            </a:r>
            <a:endParaRPr lang="ko-KR" sz="1400" b="1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8CCB1D5-C9B5-44CD-9A20-FB4E4C5D5229}"/>
              </a:ext>
            </a:extLst>
          </p:cNvPr>
          <p:cNvSpPr txBox="1"/>
          <p:nvPr/>
        </p:nvSpPr>
        <p:spPr>
          <a:xfrm>
            <a:off x="508000" y="3530600"/>
            <a:ext cx="1001485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altLang="ko-KR" sz="1400">
                <a:solidFill>
                  <a:srgbClr val="1A1A1A"/>
                </a:solidFill>
                <a:latin typeface="Inter"/>
              </a:rPr>
              <a:t>7</a:t>
            </a:r>
            <a:endParaRPr lang="ko-KR" sz="140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84D1275-B450-4C1D-B7D8-9291DE06F2E5}"/>
              </a:ext>
            </a:extLst>
          </p:cNvPr>
          <p:cNvSpPr txBox="1"/>
          <p:nvPr/>
        </p:nvSpPr>
        <p:spPr>
          <a:xfrm>
            <a:off x="1560285" y="3530600"/>
            <a:ext cx="1001485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altLang="ko-KR" sz="1400">
                <a:solidFill>
                  <a:srgbClr val="1A1A1A"/>
                </a:solidFill>
                <a:latin typeface="Inter"/>
              </a:rPr>
              <a:t>8</a:t>
            </a:r>
            <a:endParaRPr lang="ko-KR" sz="140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94DEAAE-66D3-4908-8708-33EBF5B6C3A5}"/>
              </a:ext>
            </a:extLst>
          </p:cNvPr>
          <p:cNvSpPr txBox="1"/>
          <p:nvPr/>
        </p:nvSpPr>
        <p:spPr>
          <a:xfrm>
            <a:off x="2612571" y="3530600"/>
            <a:ext cx="1001485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altLang="ko-KR" sz="1400">
                <a:solidFill>
                  <a:srgbClr val="1A1A1A"/>
                </a:solidFill>
                <a:latin typeface="Inter"/>
              </a:rPr>
              <a:t>9</a:t>
            </a:r>
            <a:endParaRPr lang="ko-KR" sz="140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CF19C4A-DE31-4D05-8F41-7396CA67EDE7}"/>
              </a:ext>
            </a:extLst>
          </p:cNvPr>
          <p:cNvSpPr txBox="1"/>
          <p:nvPr/>
        </p:nvSpPr>
        <p:spPr>
          <a:xfrm>
            <a:off x="3664857" y="3530600"/>
            <a:ext cx="1001485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altLang="ko-KR" sz="1400">
                <a:solidFill>
                  <a:srgbClr val="1A1A1A"/>
                </a:solidFill>
                <a:latin typeface="Inter"/>
              </a:rPr>
              <a:t>10</a:t>
            </a:r>
            <a:endParaRPr lang="ko-KR" sz="140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12A93F4-C800-49B1-8F6D-2CD4869105BB}"/>
              </a:ext>
            </a:extLst>
          </p:cNvPr>
          <p:cNvSpPr txBox="1"/>
          <p:nvPr/>
        </p:nvSpPr>
        <p:spPr>
          <a:xfrm>
            <a:off x="4717142" y="3530600"/>
            <a:ext cx="1001485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altLang="ko-KR" sz="1400">
                <a:solidFill>
                  <a:srgbClr val="1A1A1A"/>
                </a:solidFill>
                <a:latin typeface="Inter"/>
              </a:rPr>
              <a:t>11</a:t>
            </a:r>
            <a:endParaRPr lang="ko-KR" sz="140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0BEA82F-8325-40B2-B4F1-CE2C5FF5734E}"/>
              </a:ext>
            </a:extLst>
          </p:cNvPr>
          <p:cNvSpPr txBox="1"/>
          <p:nvPr/>
        </p:nvSpPr>
        <p:spPr>
          <a:xfrm>
            <a:off x="5769428" y="3530600"/>
            <a:ext cx="1001485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altLang="ko-KR" sz="1400">
                <a:solidFill>
                  <a:srgbClr val="1A1A1A"/>
                </a:solidFill>
                <a:latin typeface="Inter"/>
              </a:rPr>
              <a:t>12</a:t>
            </a:r>
            <a:endParaRPr lang="ko-KR" sz="140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CF6AD64-3CA3-4B76-9954-4D9B31CEBE84}"/>
              </a:ext>
            </a:extLst>
          </p:cNvPr>
          <p:cNvSpPr txBox="1"/>
          <p:nvPr/>
        </p:nvSpPr>
        <p:spPr>
          <a:xfrm>
            <a:off x="6821714" y="3530600"/>
            <a:ext cx="1001485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altLang="ko-KR" sz="1400">
                <a:solidFill>
                  <a:srgbClr val="1A1A1A"/>
                </a:solidFill>
                <a:latin typeface="Inter"/>
              </a:rPr>
              <a:t>13</a:t>
            </a:r>
            <a:endParaRPr lang="ko-KR" sz="140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60F6018-24A9-4604-9A8E-D44B5F843D4E}"/>
              </a:ext>
            </a:extLst>
          </p:cNvPr>
          <p:cNvSpPr txBox="1"/>
          <p:nvPr/>
        </p:nvSpPr>
        <p:spPr>
          <a:xfrm>
            <a:off x="508000" y="4165600"/>
            <a:ext cx="1001485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altLang="ko-KR" sz="1400">
                <a:solidFill>
                  <a:srgbClr val="1A1A1A"/>
                </a:solidFill>
                <a:latin typeface="Inter"/>
              </a:rPr>
              <a:t>14</a:t>
            </a:r>
            <a:endParaRPr lang="ko-KR" sz="140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0EF6A60-8656-47AA-A8FF-30A141DF226B}"/>
              </a:ext>
            </a:extLst>
          </p:cNvPr>
          <p:cNvSpPr txBox="1"/>
          <p:nvPr/>
        </p:nvSpPr>
        <p:spPr>
          <a:xfrm>
            <a:off x="1560285" y="4165600"/>
            <a:ext cx="1001485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altLang="ko-KR" sz="1400">
                <a:solidFill>
                  <a:srgbClr val="1A1A1A"/>
                </a:solidFill>
                <a:latin typeface="Inter"/>
              </a:rPr>
              <a:t>15</a:t>
            </a:r>
            <a:endParaRPr lang="ko-KR" sz="140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CC2D42E-2F8B-484A-8D4F-959DA8A35BC5}"/>
              </a:ext>
            </a:extLst>
          </p:cNvPr>
          <p:cNvSpPr txBox="1"/>
          <p:nvPr/>
        </p:nvSpPr>
        <p:spPr>
          <a:xfrm>
            <a:off x="2612571" y="4165600"/>
            <a:ext cx="1001485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altLang="ko-KR" sz="1400">
                <a:solidFill>
                  <a:srgbClr val="1A1A1A"/>
                </a:solidFill>
                <a:latin typeface="Inter"/>
              </a:rPr>
              <a:t>16</a:t>
            </a:r>
            <a:endParaRPr lang="ko-KR" sz="140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CF3A6B4-90CA-4FEE-8382-74F73D6D1E34}"/>
              </a:ext>
            </a:extLst>
          </p:cNvPr>
          <p:cNvSpPr txBox="1"/>
          <p:nvPr/>
        </p:nvSpPr>
        <p:spPr>
          <a:xfrm>
            <a:off x="3664857" y="4165600"/>
            <a:ext cx="1001485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altLang="ko-KR" sz="1400">
                <a:solidFill>
                  <a:srgbClr val="1A1A1A"/>
                </a:solidFill>
                <a:latin typeface="Inter"/>
              </a:rPr>
              <a:t>17</a:t>
            </a:r>
            <a:endParaRPr lang="ko-KR" sz="140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805C889-2CA7-418F-AE06-4954E9F9B914}"/>
              </a:ext>
            </a:extLst>
          </p:cNvPr>
          <p:cNvSpPr txBox="1"/>
          <p:nvPr/>
        </p:nvSpPr>
        <p:spPr>
          <a:xfrm>
            <a:off x="4717142" y="4165600"/>
            <a:ext cx="1001485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altLang="ko-KR" sz="1400">
                <a:solidFill>
                  <a:srgbClr val="1A1A1A"/>
                </a:solidFill>
                <a:latin typeface="Inter"/>
              </a:rPr>
              <a:t>18</a:t>
            </a:r>
            <a:endParaRPr lang="ko-KR" sz="140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DF6C4CD-284D-414C-9F92-CB38ECFB42FB}"/>
              </a:ext>
            </a:extLst>
          </p:cNvPr>
          <p:cNvSpPr txBox="1"/>
          <p:nvPr/>
        </p:nvSpPr>
        <p:spPr>
          <a:xfrm>
            <a:off x="5769428" y="4165600"/>
            <a:ext cx="1001485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altLang="ko-KR" sz="1400">
                <a:solidFill>
                  <a:srgbClr val="1A1A1A"/>
                </a:solidFill>
                <a:latin typeface="Inter"/>
              </a:rPr>
              <a:t>19</a:t>
            </a:r>
            <a:endParaRPr lang="ko-KR" sz="140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3450B93-2132-440E-8625-4277D8A4164B}"/>
              </a:ext>
            </a:extLst>
          </p:cNvPr>
          <p:cNvSpPr txBox="1"/>
          <p:nvPr/>
        </p:nvSpPr>
        <p:spPr>
          <a:xfrm>
            <a:off x="6821714" y="4165600"/>
            <a:ext cx="1001485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altLang="ko-KR" sz="1400">
                <a:solidFill>
                  <a:srgbClr val="1A1A1A"/>
                </a:solidFill>
                <a:latin typeface="Inter"/>
              </a:rPr>
              <a:t>20</a:t>
            </a:r>
            <a:endParaRPr lang="ko-KR" sz="140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88014A8-5C51-409F-90E3-FC98857B6219}"/>
              </a:ext>
            </a:extLst>
          </p:cNvPr>
          <p:cNvSpPr txBox="1"/>
          <p:nvPr/>
        </p:nvSpPr>
        <p:spPr>
          <a:xfrm>
            <a:off x="508000" y="4800600"/>
            <a:ext cx="1001485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altLang="ko-KR" sz="1400">
                <a:solidFill>
                  <a:srgbClr val="1A1A1A"/>
                </a:solidFill>
                <a:latin typeface="Inter"/>
              </a:rPr>
              <a:t>21</a:t>
            </a:r>
            <a:endParaRPr lang="ko-KR" sz="140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40069D2-EAA7-495D-B0EC-41CC8E20A3AE}"/>
              </a:ext>
            </a:extLst>
          </p:cNvPr>
          <p:cNvSpPr txBox="1"/>
          <p:nvPr/>
        </p:nvSpPr>
        <p:spPr>
          <a:xfrm>
            <a:off x="1560285" y="4800600"/>
            <a:ext cx="1001485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altLang="ko-KR" sz="1400">
                <a:solidFill>
                  <a:srgbClr val="1A1A1A"/>
                </a:solidFill>
                <a:latin typeface="Inter"/>
              </a:rPr>
              <a:t>22</a:t>
            </a:r>
            <a:endParaRPr lang="ko-KR" sz="140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21E1108-503D-469C-93E7-DAB2631D730E}"/>
              </a:ext>
            </a:extLst>
          </p:cNvPr>
          <p:cNvSpPr txBox="1"/>
          <p:nvPr/>
        </p:nvSpPr>
        <p:spPr>
          <a:xfrm>
            <a:off x="2612571" y="4800600"/>
            <a:ext cx="1001485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altLang="ko-KR" sz="1400">
                <a:solidFill>
                  <a:srgbClr val="1A1A1A"/>
                </a:solidFill>
                <a:latin typeface="Inter"/>
              </a:rPr>
              <a:t>23</a:t>
            </a:r>
            <a:endParaRPr lang="ko-KR" sz="140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864CEB2-98BD-4464-93D9-348EE39830C9}"/>
              </a:ext>
            </a:extLst>
          </p:cNvPr>
          <p:cNvSpPr txBox="1"/>
          <p:nvPr/>
        </p:nvSpPr>
        <p:spPr>
          <a:xfrm>
            <a:off x="3664857" y="4800600"/>
            <a:ext cx="1001485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altLang="ko-KR" sz="1400">
                <a:solidFill>
                  <a:srgbClr val="1A1A1A"/>
                </a:solidFill>
                <a:latin typeface="Inter"/>
              </a:rPr>
              <a:t>24</a:t>
            </a:r>
            <a:endParaRPr lang="ko-KR" sz="140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A80C107-121A-4384-AAC3-CF2509BDBF66}"/>
              </a:ext>
            </a:extLst>
          </p:cNvPr>
          <p:cNvSpPr txBox="1"/>
          <p:nvPr/>
        </p:nvSpPr>
        <p:spPr>
          <a:xfrm>
            <a:off x="4717142" y="4800600"/>
            <a:ext cx="1001485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altLang="ko-KR" sz="1400">
                <a:solidFill>
                  <a:srgbClr val="1A1A1A"/>
                </a:solidFill>
                <a:latin typeface="Inter"/>
              </a:rPr>
              <a:t>25</a:t>
            </a:r>
            <a:endParaRPr lang="ko-KR" sz="140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FAE2A89-C090-49A8-A587-81A7F03A6A30}"/>
              </a:ext>
            </a:extLst>
          </p:cNvPr>
          <p:cNvSpPr txBox="1"/>
          <p:nvPr/>
        </p:nvSpPr>
        <p:spPr>
          <a:xfrm>
            <a:off x="5769428" y="4800600"/>
            <a:ext cx="1001485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altLang="ko-KR" sz="1400">
                <a:solidFill>
                  <a:srgbClr val="1A1A1A"/>
                </a:solidFill>
                <a:latin typeface="Inter"/>
              </a:rPr>
              <a:t>26</a:t>
            </a:r>
            <a:endParaRPr lang="ko-KR" sz="140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9E83C54-86A7-472D-9698-BA32BAAD77FA}"/>
              </a:ext>
            </a:extLst>
          </p:cNvPr>
          <p:cNvSpPr txBox="1"/>
          <p:nvPr/>
        </p:nvSpPr>
        <p:spPr>
          <a:xfrm>
            <a:off x="6821714" y="4800600"/>
            <a:ext cx="1001485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altLang="ko-KR" sz="1400">
                <a:solidFill>
                  <a:srgbClr val="1A1A1A"/>
                </a:solidFill>
                <a:latin typeface="Inter"/>
              </a:rPr>
              <a:t>27</a:t>
            </a:r>
            <a:endParaRPr lang="ko-KR" sz="140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44273F7-F1B9-4C5C-B1A2-D8F5081F9C02}"/>
              </a:ext>
            </a:extLst>
          </p:cNvPr>
          <p:cNvSpPr txBox="1"/>
          <p:nvPr/>
        </p:nvSpPr>
        <p:spPr>
          <a:xfrm>
            <a:off x="508000" y="5435600"/>
            <a:ext cx="1001485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altLang="ko-KR" sz="1400">
                <a:solidFill>
                  <a:srgbClr val="1A1A1A"/>
                </a:solidFill>
                <a:latin typeface="Inter"/>
              </a:rPr>
              <a:t>28</a:t>
            </a:r>
            <a:endParaRPr lang="ko-KR" sz="140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B1EE7D4-070D-49D4-8C70-7F0F2CAC6E84}"/>
              </a:ext>
            </a:extLst>
          </p:cNvPr>
          <p:cNvSpPr txBox="1"/>
          <p:nvPr/>
        </p:nvSpPr>
        <p:spPr>
          <a:xfrm>
            <a:off x="1560285" y="5435600"/>
            <a:ext cx="1001485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altLang="ko-KR" sz="1400">
                <a:solidFill>
                  <a:srgbClr val="1A1A1A"/>
                </a:solidFill>
                <a:latin typeface="Inter"/>
              </a:rPr>
              <a:t>29</a:t>
            </a:r>
            <a:endParaRPr lang="ko-KR" sz="140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AE7FFB3-3D20-499B-B533-1A8DB7C8C671}"/>
              </a:ext>
            </a:extLst>
          </p:cNvPr>
          <p:cNvSpPr txBox="1"/>
          <p:nvPr/>
        </p:nvSpPr>
        <p:spPr>
          <a:xfrm>
            <a:off x="2612571" y="5435600"/>
            <a:ext cx="1001485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altLang="ko-KR" sz="1400">
                <a:solidFill>
                  <a:srgbClr val="1A1A1A"/>
                </a:solidFill>
                <a:latin typeface="Inter"/>
              </a:rPr>
              <a:t>30</a:t>
            </a:r>
            <a:endParaRPr lang="ko-KR" sz="140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9F15B70-D45A-4134-BA41-4A4C5FE27EA3}"/>
              </a:ext>
            </a:extLst>
          </p:cNvPr>
          <p:cNvSpPr txBox="1"/>
          <p:nvPr/>
        </p:nvSpPr>
        <p:spPr>
          <a:xfrm>
            <a:off x="3664857" y="5435600"/>
            <a:ext cx="1001485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endParaRPr sz="1400">
              <a:solidFill>
                <a:srgbClr val="1A1A1A"/>
              </a:solidFill>
              <a:latin typeface="Inter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19805BF-C4FA-4EF5-AF4E-4024848FD8EF}"/>
              </a:ext>
            </a:extLst>
          </p:cNvPr>
          <p:cNvSpPr txBox="1"/>
          <p:nvPr/>
        </p:nvSpPr>
        <p:spPr>
          <a:xfrm>
            <a:off x="4717142" y="5435600"/>
            <a:ext cx="1001485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endParaRPr sz="1400">
              <a:solidFill>
                <a:srgbClr val="1A1A1A"/>
              </a:solidFill>
              <a:latin typeface="Inter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A35ED5B-E388-471B-916B-7E9E45A0E13D}"/>
              </a:ext>
            </a:extLst>
          </p:cNvPr>
          <p:cNvSpPr txBox="1"/>
          <p:nvPr/>
        </p:nvSpPr>
        <p:spPr>
          <a:xfrm>
            <a:off x="5769428" y="5435600"/>
            <a:ext cx="1001485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endParaRPr sz="1400">
              <a:solidFill>
                <a:srgbClr val="1A1A1A"/>
              </a:solidFill>
              <a:latin typeface="Inter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0330A66-E2DD-4833-8DEB-3D296DF5A4CE}"/>
              </a:ext>
            </a:extLst>
          </p:cNvPr>
          <p:cNvSpPr txBox="1"/>
          <p:nvPr/>
        </p:nvSpPr>
        <p:spPr>
          <a:xfrm>
            <a:off x="6821714" y="5435600"/>
            <a:ext cx="1001485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endParaRPr sz="1400">
              <a:solidFill>
                <a:srgbClr val="1A1A1A"/>
              </a:solidFill>
              <a:latin typeface="Inter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DFFFBAA-0FBD-41F9-8988-5A8FC28B0B8B}"/>
              </a:ext>
            </a:extLst>
          </p:cNvPr>
          <p:cNvSpPr txBox="1"/>
          <p:nvPr/>
        </p:nvSpPr>
        <p:spPr>
          <a:xfrm>
            <a:off x="508000" y="6070600"/>
            <a:ext cx="1001485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endParaRPr sz="1400">
              <a:solidFill>
                <a:srgbClr val="1A1A1A"/>
              </a:solidFill>
              <a:latin typeface="Inter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6F4C1D32-06BA-493B-9369-FC86EC7D9C3B}"/>
              </a:ext>
            </a:extLst>
          </p:cNvPr>
          <p:cNvSpPr/>
          <p:nvPr/>
        </p:nvSpPr>
        <p:spPr>
          <a:xfrm>
            <a:off x="8382000" y="1016000"/>
            <a:ext cx="12700" cy="5334000"/>
          </a:xfrm>
          <a:prstGeom prst="rect">
            <a:avLst/>
          </a:prstGeom>
          <a:solidFill>
            <a:srgbClr val="E5E2D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EE4A1D2-15D9-4057-B2B2-63F228E46B3C}"/>
              </a:ext>
            </a:extLst>
          </p:cNvPr>
          <p:cNvSpPr txBox="1"/>
          <p:nvPr/>
        </p:nvSpPr>
        <p:spPr>
          <a:xfrm>
            <a:off x="8763000" y="1219200"/>
            <a:ext cx="2921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100" b="1">
                <a:solidFill>
                  <a:srgbClr val="8A8A8A"/>
                </a:solidFill>
                <a:latin typeface="Inter"/>
              </a:rPr>
              <a:t>UPCOMING</a:t>
            </a:r>
            <a:endParaRPr lang="ko-KR" altLang="en-US" sz="1100" b="1">
              <a:solidFill>
                <a:srgbClr val="8A8A8A"/>
              </a:solidFill>
              <a:latin typeface="Inter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8A068B8-87DB-4D68-BC01-60D489327CEF}"/>
              </a:ext>
            </a:extLst>
          </p:cNvPr>
          <p:cNvSpPr txBox="1"/>
          <p:nvPr/>
        </p:nvSpPr>
        <p:spPr>
          <a:xfrm>
            <a:off x="8763000" y="2057400"/>
            <a:ext cx="558800" cy="28225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altLang="ko-KR" sz="2200" b="1">
                <a:solidFill>
                  <a:srgbClr val="C8553D"/>
                </a:solidFill>
                <a:latin typeface="Inter"/>
              </a:rPr>
              <a:t>05</a:t>
            </a:r>
            <a:endParaRPr lang="ko-KR" sz="2200" b="1" dirty="0">
              <a:solidFill>
                <a:srgbClr val="C8553D"/>
              </a:solidFill>
              <a:latin typeface="Inter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38203A4-5CAF-48C2-97E4-DA8D8627A459}"/>
              </a:ext>
            </a:extLst>
          </p:cNvPr>
          <p:cNvSpPr txBox="1"/>
          <p:nvPr/>
        </p:nvSpPr>
        <p:spPr>
          <a:xfrm>
            <a:off x="8763000" y="2463800"/>
            <a:ext cx="558800" cy="23820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altLang="ko-KR" sz="900">
                <a:solidFill>
                  <a:srgbClr val="8A8A8A"/>
                </a:solidFill>
                <a:latin typeface="Inter"/>
              </a:rPr>
              <a:t>FRI</a:t>
            </a:r>
            <a:endParaRPr lang="ko-KR" sz="900" dirty="0">
              <a:solidFill>
                <a:srgbClr val="8A8A8A"/>
              </a:solidFill>
              <a:latin typeface="Inter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48FA39D-24FE-4CE1-9B13-9C2C485E8B4D}"/>
              </a:ext>
            </a:extLst>
          </p:cNvPr>
          <p:cNvSpPr txBox="1"/>
          <p:nvPr/>
        </p:nvSpPr>
        <p:spPr>
          <a:xfrm>
            <a:off x="9423400" y="2057400"/>
            <a:ext cx="2286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ko-KR" altLang="en-US" sz="1300" b="1">
                <a:solidFill>
                  <a:srgbClr val="1A1A1A"/>
                </a:solidFill>
                <a:latin typeface="Inter"/>
              </a:rPr>
              <a:t>루미아  연차</a:t>
            </a:r>
            <a:endParaRPr lang="ko-KR" sz="1300" b="1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0B6A705-896D-456B-9C5B-A62F49184695}"/>
              </a:ext>
            </a:extLst>
          </p:cNvPr>
          <p:cNvSpPr txBox="1"/>
          <p:nvPr/>
        </p:nvSpPr>
        <p:spPr>
          <a:xfrm>
            <a:off x="9423400" y="2311400"/>
            <a:ext cx="2286000" cy="24622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altLang="ko-KR" sz="1000">
                <a:solidFill>
                  <a:srgbClr val="8A8A8A"/>
                </a:solidFill>
                <a:latin typeface="Inter"/>
              </a:rPr>
              <a:t>6/5 (</a:t>
            </a:r>
            <a:r>
              <a:rPr lang="ko-KR" altLang="en-US" sz="1000">
                <a:solidFill>
                  <a:srgbClr val="8A8A8A"/>
                </a:solidFill>
                <a:latin typeface="Inter"/>
              </a:rPr>
              <a:t>금</a:t>
            </a:r>
            <a:r>
              <a:rPr lang="en-US" altLang="ko-KR" sz="1000">
                <a:solidFill>
                  <a:srgbClr val="8A8A8A"/>
                </a:solidFill>
                <a:latin typeface="Inter"/>
              </a:rPr>
              <a:t>) · 1</a:t>
            </a:r>
            <a:r>
              <a:rPr lang="ko-KR" altLang="en-US" sz="1000">
                <a:solidFill>
                  <a:srgbClr val="8A8A8A"/>
                </a:solidFill>
                <a:latin typeface="Inter"/>
              </a:rPr>
              <a:t>일</a:t>
            </a:r>
            <a:endParaRPr lang="ko-KR" sz="1000" dirty="0">
              <a:solidFill>
                <a:srgbClr val="8A8A8A"/>
              </a:solidFill>
              <a:latin typeface="Inter"/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36C73F19-34B2-42FB-9520-3D401183E05C}"/>
              </a:ext>
            </a:extLst>
          </p:cNvPr>
          <p:cNvSpPr/>
          <p:nvPr/>
        </p:nvSpPr>
        <p:spPr>
          <a:xfrm>
            <a:off x="8763000" y="2870200"/>
            <a:ext cx="2921000" cy="12700"/>
          </a:xfrm>
          <a:prstGeom prst="rect">
            <a:avLst/>
          </a:prstGeom>
          <a:solidFill>
            <a:srgbClr val="E5E2D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ED09E57-8420-4D49-A1A2-4AADF1BB23C1}"/>
              </a:ext>
            </a:extLst>
          </p:cNvPr>
          <p:cNvSpPr txBox="1"/>
          <p:nvPr/>
        </p:nvSpPr>
        <p:spPr>
          <a:xfrm>
            <a:off x="8763000" y="3022600"/>
            <a:ext cx="558800" cy="28225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altLang="ko-KR" sz="2200" b="1">
                <a:solidFill>
                  <a:srgbClr val="C8553D"/>
                </a:solidFill>
                <a:latin typeface="Inter"/>
              </a:rPr>
              <a:t>15</a:t>
            </a:r>
            <a:endParaRPr lang="ko-KR" sz="2200" b="1" dirty="0">
              <a:solidFill>
                <a:srgbClr val="C8553D"/>
              </a:solidFill>
              <a:latin typeface="Inter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C0F5ECB-E67C-48D6-9E88-F4556597EC9D}"/>
              </a:ext>
            </a:extLst>
          </p:cNvPr>
          <p:cNvSpPr txBox="1"/>
          <p:nvPr/>
        </p:nvSpPr>
        <p:spPr>
          <a:xfrm>
            <a:off x="8763000" y="3429000"/>
            <a:ext cx="558800" cy="23820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altLang="ko-KR" sz="900">
                <a:solidFill>
                  <a:srgbClr val="8A8A8A"/>
                </a:solidFill>
                <a:latin typeface="Inter"/>
              </a:rPr>
              <a:t>MON</a:t>
            </a:r>
            <a:endParaRPr lang="ko-KR" sz="900" dirty="0">
              <a:solidFill>
                <a:srgbClr val="8A8A8A"/>
              </a:solidFill>
              <a:latin typeface="Inter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30672A3-DE38-46AD-95E0-55E77A88335D}"/>
              </a:ext>
            </a:extLst>
          </p:cNvPr>
          <p:cNvSpPr txBox="1"/>
          <p:nvPr/>
        </p:nvSpPr>
        <p:spPr>
          <a:xfrm>
            <a:off x="9423400" y="3022600"/>
            <a:ext cx="2286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ko-KR" altLang="en-US" sz="1300" b="1">
                <a:solidFill>
                  <a:srgbClr val="1A1A1A"/>
                </a:solidFill>
                <a:latin typeface="Inter"/>
              </a:rPr>
              <a:t>리코  휴가</a:t>
            </a:r>
            <a:endParaRPr lang="ko-KR" sz="1300" b="1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35E9C5E-F9AD-4ED9-81F1-DB90BF078FC2}"/>
              </a:ext>
            </a:extLst>
          </p:cNvPr>
          <p:cNvSpPr txBox="1"/>
          <p:nvPr/>
        </p:nvSpPr>
        <p:spPr>
          <a:xfrm>
            <a:off x="9423400" y="3276600"/>
            <a:ext cx="2286000" cy="24622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altLang="ko-KR" sz="1000">
                <a:solidFill>
                  <a:srgbClr val="8A8A8A"/>
                </a:solidFill>
                <a:latin typeface="Inter"/>
              </a:rPr>
              <a:t>6/15 (</a:t>
            </a:r>
            <a:r>
              <a:rPr lang="ko-KR" altLang="en-US" sz="1000">
                <a:solidFill>
                  <a:srgbClr val="8A8A8A"/>
                </a:solidFill>
                <a:latin typeface="Inter"/>
              </a:rPr>
              <a:t>월</a:t>
            </a:r>
            <a:r>
              <a:rPr lang="en-US" altLang="ko-KR" sz="1000">
                <a:solidFill>
                  <a:srgbClr val="8A8A8A"/>
                </a:solidFill>
                <a:latin typeface="Inter"/>
              </a:rPr>
              <a:t>) ~ 6/19 (</a:t>
            </a:r>
            <a:r>
              <a:rPr lang="ko-KR" altLang="en-US" sz="1000">
                <a:solidFill>
                  <a:srgbClr val="8A8A8A"/>
                </a:solidFill>
                <a:latin typeface="Inter"/>
              </a:rPr>
              <a:t>금</a:t>
            </a:r>
            <a:r>
              <a:rPr lang="en-US" altLang="ko-KR" sz="1000">
                <a:solidFill>
                  <a:srgbClr val="8A8A8A"/>
                </a:solidFill>
                <a:latin typeface="Inter"/>
              </a:rPr>
              <a:t>) · 5</a:t>
            </a:r>
            <a:r>
              <a:rPr lang="ko-KR" altLang="en-US" sz="1000">
                <a:solidFill>
                  <a:srgbClr val="8A8A8A"/>
                </a:solidFill>
                <a:latin typeface="Inter"/>
              </a:rPr>
              <a:t>일</a:t>
            </a:r>
            <a:endParaRPr lang="ko-KR" sz="1000" dirty="0">
              <a:solidFill>
                <a:srgbClr val="8A8A8A"/>
              </a:solidFill>
              <a:latin typeface="Inter"/>
            </a:endParaRP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1E14E99E-3300-4197-9781-16573C696662}"/>
              </a:ext>
            </a:extLst>
          </p:cNvPr>
          <p:cNvSpPr/>
          <p:nvPr/>
        </p:nvSpPr>
        <p:spPr>
          <a:xfrm>
            <a:off x="8763000" y="3835400"/>
            <a:ext cx="2921000" cy="12700"/>
          </a:xfrm>
          <a:prstGeom prst="rect">
            <a:avLst/>
          </a:prstGeom>
          <a:solidFill>
            <a:srgbClr val="E5E2D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2720029-810E-4545-A2D7-201DC3FE851E}"/>
              </a:ext>
            </a:extLst>
          </p:cNvPr>
          <p:cNvSpPr txBox="1"/>
          <p:nvPr/>
        </p:nvSpPr>
        <p:spPr>
          <a:xfrm>
            <a:off x="8763000" y="3987800"/>
            <a:ext cx="558800" cy="28225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altLang="ko-KR" sz="2200" b="1">
                <a:solidFill>
                  <a:srgbClr val="C8553D"/>
                </a:solidFill>
                <a:latin typeface="Inter"/>
              </a:rPr>
              <a:t>26</a:t>
            </a:r>
            <a:endParaRPr lang="ko-KR" sz="2200" b="1" dirty="0">
              <a:solidFill>
                <a:srgbClr val="C8553D"/>
              </a:solidFill>
              <a:latin typeface="Inter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F46A742-A62E-4BE3-88B3-925DE3E04AEF}"/>
              </a:ext>
            </a:extLst>
          </p:cNvPr>
          <p:cNvSpPr txBox="1"/>
          <p:nvPr/>
        </p:nvSpPr>
        <p:spPr>
          <a:xfrm>
            <a:off x="8763000" y="4394200"/>
            <a:ext cx="558800" cy="23820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altLang="ko-KR" sz="900">
                <a:solidFill>
                  <a:srgbClr val="8A8A8A"/>
                </a:solidFill>
                <a:latin typeface="Inter"/>
              </a:rPr>
              <a:t>FRI</a:t>
            </a:r>
            <a:endParaRPr lang="ko-KR" sz="900" dirty="0">
              <a:solidFill>
                <a:srgbClr val="8A8A8A"/>
              </a:solidFill>
              <a:latin typeface="Inter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2EC649B-4297-4637-BFE3-7B53FBEFA842}"/>
              </a:ext>
            </a:extLst>
          </p:cNvPr>
          <p:cNvSpPr txBox="1"/>
          <p:nvPr/>
        </p:nvSpPr>
        <p:spPr>
          <a:xfrm>
            <a:off x="9423400" y="3987800"/>
            <a:ext cx="2286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ko-KR" altLang="en-US" sz="1300" b="1">
                <a:solidFill>
                  <a:srgbClr val="1A1A1A"/>
                </a:solidFill>
                <a:latin typeface="Inter"/>
              </a:rPr>
              <a:t>코어  반차</a:t>
            </a:r>
            <a:endParaRPr lang="ko-KR" sz="1300" b="1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16FE3F3-2172-45B4-B035-BB35B26ABB18}"/>
              </a:ext>
            </a:extLst>
          </p:cNvPr>
          <p:cNvSpPr txBox="1"/>
          <p:nvPr/>
        </p:nvSpPr>
        <p:spPr>
          <a:xfrm>
            <a:off x="9423400" y="4241800"/>
            <a:ext cx="2286000" cy="24622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altLang="ko-KR" sz="1000">
                <a:solidFill>
                  <a:srgbClr val="8A8A8A"/>
                </a:solidFill>
                <a:latin typeface="Inter"/>
              </a:rPr>
              <a:t>6/26 (</a:t>
            </a:r>
            <a:r>
              <a:rPr lang="ko-KR" altLang="en-US" sz="1000">
                <a:solidFill>
                  <a:srgbClr val="8A8A8A"/>
                </a:solidFill>
                <a:latin typeface="Inter"/>
              </a:rPr>
              <a:t>금</a:t>
            </a:r>
            <a:r>
              <a:rPr lang="en-US" altLang="ko-KR" sz="1000">
                <a:solidFill>
                  <a:srgbClr val="8A8A8A"/>
                </a:solidFill>
                <a:latin typeface="Inter"/>
              </a:rPr>
              <a:t>) </a:t>
            </a:r>
            <a:r>
              <a:rPr lang="ko-KR" altLang="en-US" sz="1000">
                <a:solidFill>
                  <a:srgbClr val="8A8A8A"/>
                </a:solidFill>
                <a:latin typeface="Inter"/>
              </a:rPr>
              <a:t>오후</a:t>
            </a:r>
            <a:endParaRPr lang="ko-KR" sz="1000" dirty="0">
              <a:solidFill>
                <a:srgbClr val="8A8A8A"/>
              </a:solidFill>
              <a:latin typeface="Inter"/>
            </a:endParaRP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6B44AF85-ACD6-412C-8F08-B69CCCA5E13E}"/>
              </a:ext>
            </a:extLst>
          </p:cNvPr>
          <p:cNvSpPr/>
          <p:nvPr/>
        </p:nvSpPr>
        <p:spPr>
          <a:xfrm>
            <a:off x="8763000" y="4800600"/>
            <a:ext cx="2921000" cy="12700"/>
          </a:xfrm>
          <a:prstGeom prst="rect">
            <a:avLst/>
          </a:prstGeom>
          <a:solidFill>
            <a:srgbClr val="E5E2D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C38B288-9816-48A2-804C-65BF6C64A805}"/>
              </a:ext>
            </a:extLst>
          </p:cNvPr>
          <p:cNvSpPr txBox="1"/>
          <p:nvPr/>
        </p:nvSpPr>
        <p:spPr>
          <a:xfrm>
            <a:off x="8763000" y="4953000"/>
            <a:ext cx="558800" cy="28225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1200"/>
              </a:lnSpc>
            </a:pPr>
            <a:endParaRPr lang="ko-KR" sz="2200" b="1" dirty="0">
              <a:solidFill>
                <a:srgbClr val="C8553D"/>
              </a:solidFill>
              <a:latin typeface="Inter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FA30BAC-3592-42C9-8596-5FBB4EEC69C3}"/>
              </a:ext>
            </a:extLst>
          </p:cNvPr>
          <p:cNvSpPr txBox="1"/>
          <p:nvPr/>
        </p:nvSpPr>
        <p:spPr>
          <a:xfrm>
            <a:off x="8763000" y="5359400"/>
            <a:ext cx="558800" cy="23820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1200"/>
              </a:lnSpc>
            </a:pPr>
            <a:endParaRPr lang="ko-KR" sz="900" dirty="0">
              <a:solidFill>
                <a:srgbClr val="8A8A8A"/>
              </a:solidFill>
              <a:latin typeface="Inter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8545993-292E-4F94-9215-7B837918E850}"/>
              </a:ext>
            </a:extLst>
          </p:cNvPr>
          <p:cNvSpPr txBox="1"/>
          <p:nvPr/>
        </p:nvSpPr>
        <p:spPr>
          <a:xfrm>
            <a:off x="9423400" y="4953000"/>
            <a:ext cx="2286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1200"/>
              </a:lnSpc>
            </a:pPr>
            <a:endParaRPr lang="ko-KR" sz="1300" b="1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9B6DD85-2878-410A-B0B9-2F50F9ADCD54}"/>
              </a:ext>
            </a:extLst>
          </p:cNvPr>
          <p:cNvSpPr txBox="1"/>
          <p:nvPr/>
        </p:nvSpPr>
        <p:spPr>
          <a:xfrm>
            <a:off x="9423400" y="5207000"/>
            <a:ext cx="2286000" cy="24622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1200"/>
              </a:lnSpc>
            </a:pPr>
            <a:endParaRPr lang="ko-KR" sz="1000" dirty="0">
              <a:solidFill>
                <a:srgbClr val="8A8A8A"/>
              </a:solidFill>
              <a:latin typeface="Inter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F4C5C0B4-97C8-4F9B-B0A5-BA9A87D8CAC7}"/>
              </a:ext>
            </a:extLst>
          </p:cNvPr>
          <p:cNvSpPr/>
          <p:nvPr/>
        </p:nvSpPr>
        <p:spPr>
          <a:xfrm>
            <a:off x="8763000" y="5765800"/>
            <a:ext cx="2921000" cy="12700"/>
          </a:xfrm>
          <a:prstGeom prst="rect">
            <a:avLst/>
          </a:prstGeom>
          <a:solidFill>
            <a:srgbClr val="E5E2D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F3F9F124-2422-4C6F-9BA1-1923D68A8349}"/>
              </a:ext>
            </a:extLst>
          </p:cNvPr>
          <p:cNvSpPr/>
          <p:nvPr/>
        </p:nvSpPr>
        <p:spPr>
          <a:xfrm>
            <a:off x="508000" y="6477000"/>
            <a:ext cx="11176000" cy="12700"/>
          </a:xfrm>
          <a:prstGeom prst="rect">
            <a:avLst/>
          </a:prstGeom>
          <a:solidFill>
            <a:srgbClr val="E5E2D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8948834-4B95-4872-A36E-F0519F7A2D8A}"/>
              </a:ext>
            </a:extLst>
          </p:cNvPr>
          <p:cNvSpPr txBox="1"/>
          <p:nvPr/>
        </p:nvSpPr>
        <p:spPr>
          <a:xfrm>
            <a:off x="508000" y="6578600"/>
            <a:ext cx="11176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900">
                <a:solidFill>
                  <a:srgbClr val="8A8A8A"/>
                </a:solidFill>
                <a:latin typeface="Inter"/>
              </a:rPr>
              <a:t>doroland.com  ·  Crafted with care</a:t>
            </a:r>
            <a:endParaRPr lang="ko-KR" altLang="en-US" sz="900">
              <a:solidFill>
                <a:srgbClr val="8A8A8A"/>
              </a:solidFill>
              <a:latin typeface="Inter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F9F10BC-6FD5-4A82-A629-FB380C13EE0A}"/>
              </a:ext>
            </a:extLst>
          </p:cNvPr>
          <p:cNvSpPr/>
          <p:nvPr/>
        </p:nvSpPr>
        <p:spPr>
          <a:xfrm>
            <a:off x="5816600" y="3327400"/>
            <a:ext cx="38100" cy="127000"/>
          </a:xfrm>
          <a:prstGeom prst="rect">
            <a:avLst/>
          </a:prstGeom>
          <a:solidFill>
            <a:srgbClr val="7CC5E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27103A-6B7D-43D3-91A0-29FD04C15089}"/>
              </a:ext>
            </a:extLst>
          </p:cNvPr>
          <p:cNvSpPr txBox="1"/>
          <p:nvPr/>
        </p:nvSpPr>
        <p:spPr>
          <a:xfrm>
            <a:off x="5880100" y="3276600"/>
            <a:ext cx="530915" cy="237053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ko-KR" altLang="en-US" sz="900" b="1">
                <a:solidFill>
                  <a:srgbClr val="7CC5E8"/>
                </a:solidFill>
                <a:latin typeface="Inter"/>
              </a:rPr>
              <a:t>루미아 연차</a:t>
            </a:r>
            <a:endParaRPr lang="ko-KR" sz="900" b="1" dirty="0">
              <a:solidFill>
                <a:srgbClr val="7CC5E8"/>
              </a:solidFill>
              <a:latin typeface="Inter"/>
            </a:endParaRP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7ADE3905-6C7C-44AF-8B82-32BD8625C4F5}"/>
              </a:ext>
            </a:extLst>
          </p:cNvPr>
          <p:cNvSpPr/>
          <p:nvPr/>
        </p:nvSpPr>
        <p:spPr>
          <a:xfrm>
            <a:off x="5816600" y="5232400"/>
            <a:ext cx="38100" cy="127000"/>
          </a:xfrm>
          <a:prstGeom prst="rect">
            <a:avLst/>
          </a:prstGeom>
          <a:solidFill>
            <a:srgbClr val="B589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F3A9F438-1BEE-44DF-B66B-86685B59D049}"/>
              </a:ext>
            </a:extLst>
          </p:cNvPr>
          <p:cNvSpPr txBox="1"/>
          <p:nvPr/>
        </p:nvSpPr>
        <p:spPr>
          <a:xfrm>
            <a:off x="5880100" y="5181600"/>
            <a:ext cx="415498" cy="230832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ko-KR" altLang="en-US" sz="900" b="1">
                <a:solidFill>
                  <a:srgbClr val="B5895A"/>
                </a:solidFill>
                <a:latin typeface="Inter"/>
              </a:rPr>
              <a:t>코어 반차</a:t>
            </a: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82DD332A-7C7F-4CFE-973F-B067E7CACB2D}"/>
              </a:ext>
            </a:extLst>
          </p:cNvPr>
          <p:cNvSpPr/>
          <p:nvPr/>
        </p:nvSpPr>
        <p:spPr>
          <a:xfrm>
            <a:off x="-1270000" y="-1168400"/>
            <a:ext cx="38100" cy="127000"/>
          </a:xfrm>
          <a:prstGeom prst="rect">
            <a:avLst/>
          </a:prstGeom>
          <a:solidFill>
            <a:srgbClr val="D4926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E017A210-B11E-46AD-8076-3BD18D1AA4F1}"/>
              </a:ext>
            </a:extLst>
          </p:cNvPr>
          <p:cNvSpPr txBox="1"/>
          <p:nvPr/>
        </p:nvSpPr>
        <p:spPr>
          <a:xfrm>
            <a:off x="-1270000" y="-1270000"/>
            <a:ext cx="415498" cy="230832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endParaRPr lang="ko-KR" altLang="en-US" sz="900" b="1">
              <a:solidFill>
                <a:srgbClr val="D4926A"/>
              </a:solidFill>
              <a:latin typeface="Inter"/>
            </a:endParaRPr>
          </a:p>
        </p:txBody>
      </p:sp>
      <p:pic>
        <p:nvPicPr>
          <p:cNvPr id="50" name="그림 49">
            <a:extLst>
              <a:ext uri="{FF2B5EF4-FFF2-40B4-BE49-F238E27FC236}">
                <a16:creationId xmlns:a16="http://schemas.microsoft.com/office/drawing/2014/main" id="{7A603E13-F627-7F16-5146-A5F8B8D97B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1350" y="145017"/>
            <a:ext cx="882650" cy="60880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424F658-5ADE-4855-85A5-A98A40ACDE5A}"/>
              </a:ext>
            </a:extLst>
          </p:cNvPr>
          <p:cNvSpPr txBox="1"/>
          <p:nvPr/>
        </p:nvSpPr>
        <p:spPr>
          <a:xfrm>
            <a:off x="1562100" y="2895600"/>
            <a:ext cx="10033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>
                <a:solidFill>
                  <a:srgbClr val="1A1A1A"/>
                </a:solidFill>
                <a:latin typeface="Inter"/>
              </a:rPr>
              <a:t>1</a:t>
            </a:r>
            <a:endParaRPr lang="ko-KR" altLang="en-US" sz="1400">
              <a:solidFill>
                <a:srgbClr val="1A1A1A"/>
              </a:solidFill>
              <a:latin typeface="Inter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D8AD86-CE06-4C48-8F37-7A4B357664C1}"/>
              </a:ext>
            </a:extLst>
          </p:cNvPr>
          <p:cNvSpPr txBox="1"/>
          <p:nvPr/>
        </p:nvSpPr>
        <p:spPr>
          <a:xfrm>
            <a:off x="2616200" y="2895600"/>
            <a:ext cx="10033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>
                <a:solidFill>
                  <a:srgbClr val="1A1A1A"/>
                </a:solidFill>
                <a:latin typeface="Inter"/>
              </a:rPr>
              <a:t>2</a:t>
            </a:r>
            <a:endParaRPr lang="ko-KR" altLang="en-US" sz="1400">
              <a:solidFill>
                <a:srgbClr val="1A1A1A"/>
              </a:solidFill>
              <a:latin typeface="Inter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637830D-0CCD-49C0-9C02-DE6351037B70}"/>
              </a:ext>
            </a:extLst>
          </p:cNvPr>
          <p:cNvSpPr txBox="1"/>
          <p:nvPr/>
        </p:nvSpPr>
        <p:spPr>
          <a:xfrm>
            <a:off x="3670300" y="2895600"/>
            <a:ext cx="10033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>
                <a:solidFill>
                  <a:srgbClr val="1A1A1A"/>
                </a:solidFill>
                <a:latin typeface="Inter"/>
              </a:rPr>
              <a:t>3</a:t>
            </a:r>
            <a:endParaRPr lang="ko-KR" altLang="en-US" sz="1400">
              <a:solidFill>
                <a:srgbClr val="1A1A1A"/>
              </a:solidFill>
              <a:latin typeface="Inter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14ABE7FB-135A-4F23-81EC-523CB6876D92}"/>
              </a:ext>
            </a:extLst>
          </p:cNvPr>
          <p:cNvSpPr txBox="1"/>
          <p:nvPr/>
        </p:nvSpPr>
        <p:spPr>
          <a:xfrm>
            <a:off x="4711700" y="2895600"/>
            <a:ext cx="10033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>
                <a:solidFill>
                  <a:srgbClr val="1A1A1A"/>
                </a:solidFill>
                <a:latin typeface="Inter"/>
              </a:rPr>
              <a:t>4</a:t>
            </a:r>
            <a:endParaRPr lang="ko-KR" altLang="en-US" sz="1400">
              <a:solidFill>
                <a:srgbClr val="1A1A1A"/>
              </a:solidFill>
              <a:latin typeface="Inter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20085352-EFCC-D772-7311-CEE5301BBBD6}"/>
              </a:ext>
            </a:extLst>
          </p:cNvPr>
          <p:cNvSpPr txBox="1"/>
          <p:nvPr/>
        </p:nvSpPr>
        <p:spPr>
          <a:xfrm>
            <a:off x="507999" y="355600"/>
            <a:ext cx="3749675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 b="1" dirty="0">
                <a:solidFill>
                  <a:srgbClr val="C8553D"/>
                </a:solidFill>
                <a:latin typeface="Inter"/>
              </a:rPr>
              <a:t>DOROLAND</a:t>
            </a:r>
            <a:r>
              <a:rPr lang="ko-KR" altLang="en-US" sz="1400" b="1" dirty="0">
                <a:solidFill>
                  <a:srgbClr val="1A1A1A"/>
                </a:solidFill>
                <a:latin typeface="Inter"/>
              </a:rPr>
              <a:t>  ·  </a:t>
            </a:r>
            <a:r>
              <a:rPr lang="ko-KR" altLang="en-US" sz="1400" b="1" dirty="0" err="1">
                <a:solidFill>
                  <a:srgbClr val="1A1A1A"/>
                </a:solidFill>
                <a:latin typeface="Inter"/>
              </a:rPr>
              <a:t>도로랜드</a:t>
            </a:r>
            <a:r>
              <a:rPr lang="ko-KR" altLang="en-US" sz="1400" b="1" dirty="0">
                <a:solidFill>
                  <a:srgbClr val="1A1A1A"/>
                </a:solidFill>
                <a:latin typeface="Inter"/>
              </a:rPr>
              <a:t> 직원 휴가 캘린더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F9F9AA65-A9A7-F658-F537-8C38786910F7}"/>
              </a:ext>
            </a:extLst>
          </p:cNvPr>
          <p:cNvSpPr txBox="1"/>
          <p:nvPr/>
        </p:nvSpPr>
        <p:spPr>
          <a:xfrm>
            <a:off x="8763000" y="1473200"/>
            <a:ext cx="2921000" cy="4001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2000" b="1">
                <a:solidFill>
                  <a:srgbClr val="1A1A1A"/>
                </a:solidFill>
                <a:latin typeface="Inter"/>
              </a:rPr>
              <a:t>휴가 </a:t>
            </a:r>
            <a:r>
              <a:rPr lang="ko-KR" altLang="en-US" sz="2000" b="1" dirty="0">
                <a:solidFill>
                  <a:srgbClr val="1A1A1A"/>
                </a:solidFill>
                <a:latin typeface="Inter"/>
              </a:rPr>
              <a:t>일정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56116CC-34F4-4AC8-BEB9-9464AA6234CE}"/>
              </a:ext>
            </a:extLst>
          </p:cNvPr>
          <p:cNvSpPr txBox="1"/>
          <p:nvPr/>
        </p:nvSpPr>
        <p:spPr>
          <a:xfrm>
            <a:off x="3302001" y="4546600"/>
            <a:ext cx="1016000" cy="1524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ctr"/>
            <a:r>
              <a:rPr lang="ko-KR" altLang="en-US" sz="1000" b="1" dirty="0">
                <a:solidFill>
                  <a:srgbClr val="1F6FB5"/>
                </a:solidFill>
                <a:latin typeface="맑은 고딕"/>
                <a:ea typeface="맑은 고딕"/>
              </a:rPr>
              <a:t>리코 휴가</a:t>
            </a: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9B7B6E84-5C06-4120-A609-58043CEFC284}"/>
              </a:ext>
            </a:extLst>
          </p:cNvPr>
          <p:cNvSpPr/>
          <p:nvPr/>
        </p:nvSpPr>
        <p:spPr>
          <a:xfrm>
            <a:off x="1612900" y="4559300"/>
            <a:ext cx="25400" cy="203200"/>
          </a:xfrm>
          <a:prstGeom prst="rect">
            <a:avLst/>
          </a:prstGeom>
          <a:solidFill>
            <a:srgbClr val="1F6FB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6AC6569D-B4A7-4FAB-B788-FB9C0D576F49}"/>
              </a:ext>
            </a:extLst>
          </p:cNvPr>
          <p:cNvSpPr/>
          <p:nvPr/>
        </p:nvSpPr>
        <p:spPr>
          <a:xfrm>
            <a:off x="5842000" y="4559300"/>
            <a:ext cx="25400" cy="203200"/>
          </a:xfrm>
          <a:prstGeom prst="rect">
            <a:avLst/>
          </a:prstGeom>
          <a:solidFill>
            <a:srgbClr val="1F6FB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11274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1CCBFB46-F628-4166-950F-01AE26B69DD7}"/>
              </a:ext>
            </a:extLst>
          </p:cNvPr>
          <p:cNvSpPr/>
          <p:nvPr/>
        </p:nvSpPr>
        <p:spPr>
          <a:xfrm>
            <a:off x="508000" y="762000"/>
            <a:ext cx="11176000" cy="12700"/>
          </a:xfrm>
          <a:prstGeom prst="rect">
            <a:avLst/>
          </a:prstGeom>
          <a:solidFill>
            <a:srgbClr val="E5E2D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95F69C-ACB1-4748-A1B8-F78F0E557661}"/>
              </a:ext>
            </a:extLst>
          </p:cNvPr>
          <p:cNvSpPr txBox="1"/>
          <p:nvPr/>
        </p:nvSpPr>
        <p:spPr>
          <a:xfrm>
            <a:off x="508000" y="990600"/>
            <a:ext cx="1778000" cy="120032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sz="7200" b="1" dirty="0">
                <a:solidFill>
                  <a:srgbClr val="1A1A1A"/>
                </a:solidFill>
                <a:latin typeface="Inter"/>
              </a:rPr>
              <a:t>08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FAA051-4B75-4D04-91D0-F268EEA95DB0}"/>
              </a:ext>
            </a:extLst>
          </p:cNvPr>
          <p:cNvSpPr txBox="1"/>
          <p:nvPr/>
        </p:nvSpPr>
        <p:spPr>
          <a:xfrm>
            <a:off x="2133600" y="1219200"/>
            <a:ext cx="20320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 b="1">
                <a:solidFill>
                  <a:srgbClr val="1A1A1A"/>
                </a:solidFill>
                <a:latin typeface="Inter"/>
              </a:rPr>
              <a:t>AUGUST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892AC7-CD3E-409B-A423-72C9668EE2D6}"/>
              </a:ext>
            </a:extLst>
          </p:cNvPr>
          <p:cNvSpPr txBox="1"/>
          <p:nvPr/>
        </p:nvSpPr>
        <p:spPr>
          <a:xfrm>
            <a:off x="2133600" y="1625600"/>
            <a:ext cx="2540000" cy="27699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 dirty="0">
                <a:solidFill>
                  <a:srgbClr val="8A8A8A"/>
                </a:solidFill>
                <a:latin typeface="Inter"/>
              </a:rPr>
              <a:t>팔월 · 202</a:t>
            </a:r>
            <a:r>
              <a:rPr lang="en-US" altLang="ko-KR" sz="1200" dirty="0">
                <a:solidFill>
                  <a:srgbClr val="8A8A8A"/>
                </a:solidFill>
                <a:latin typeface="Inter"/>
              </a:rPr>
              <a:t>5</a:t>
            </a:r>
            <a:endParaRPr lang="ko-KR" altLang="en-US" sz="1200" dirty="0">
              <a:solidFill>
                <a:srgbClr val="8A8A8A"/>
              </a:solidFill>
              <a:latin typeface="Inter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C6F63E-9566-4CCC-AA7D-E3612F368265}"/>
              </a:ext>
            </a:extLst>
          </p:cNvPr>
          <p:cNvSpPr txBox="1"/>
          <p:nvPr/>
        </p:nvSpPr>
        <p:spPr>
          <a:xfrm>
            <a:off x="508000" y="2540000"/>
            <a:ext cx="1052285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000" b="1">
                <a:solidFill>
                  <a:srgbClr val="B85042"/>
                </a:solidFill>
                <a:latin typeface="Inter"/>
              </a:rPr>
              <a:t>S</a:t>
            </a:r>
            <a:endParaRPr lang="ko-KR" altLang="en-US" sz="1000" b="1">
              <a:solidFill>
                <a:srgbClr val="B85042"/>
              </a:solidFill>
              <a:latin typeface="Inter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5D9ED27-74B7-4510-88D5-AF9BFF75C24E}"/>
              </a:ext>
            </a:extLst>
          </p:cNvPr>
          <p:cNvSpPr txBox="1"/>
          <p:nvPr/>
        </p:nvSpPr>
        <p:spPr>
          <a:xfrm>
            <a:off x="1560285" y="2540000"/>
            <a:ext cx="1052285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000" b="1">
                <a:solidFill>
                  <a:srgbClr val="8A8A8A"/>
                </a:solidFill>
                <a:latin typeface="Inter"/>
              </a:rPr>
              <a:t>M</a:t>
            </a:r>
            <a:endParaRPr lang="ko-KR" altLang="en-US" sz="1000" b="1">
              <a:solidFill>
                <a:srgbClr val="8A8A8A"/>
              </a:solidFill>
              <a:latin typeface="Inter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E5584F6-B33F-4BAA-ACE7-3BEEED795352}"/>
              </a:ext>
            </a:extLst>
          </p:cNvPr>
          <p:cNvSpPr txBox="1"/>
          <p:nvPr/>
        </p:nvSpPr>
        <p:spPr>
          <a:xfrm>
            <a:off x="2612571" y="2540000"/>
            <a:ext cx="1052285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000" b="1">
                <a:solidFill>
                  <a:srgbClr val="8A8A8A"/>
                </a:solidFill>
                <a:latin typeface="Inter"/>
              </a:rPr>
              <a:t>T</a:t>
            </a:r>
            <a:endParaRPr lang="ko-KR" altLang="en-US" sz="1000" b="1">
              <a:solidFill>
                <a:srgbClr val="8A8A8A"/>
              </a:solidFill>
              <a:latin typeface="Inter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540B7E5-A894-4CDC-8FB2-6552C170A3C3}"/>
              </a:ext>
            </a:extLst>
          </p:cNvPr>
          <p:cNvSpPr txBox="1"/>
          <p:nvPr/>
        </p:nvSpPr>
        <p:spPr>
          <a:xfrm>
            <a:off x="3664857" y="2540000"/>
            <a:ext cx="1052285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000" b="1">
                <a:solidFill>
                  <a:srgbClr val="8A8A8A"/>
                </a:solidFill>
                <a:latin typeface="Inter"/>
              </a:rPr>
              <a:t>W</a:t>
            </a:r>
            <a:endParaRPr lang="ko-KR" altLang="en-US" sz="1000" b="1">
              <a:solidFill>
                <a:srgbClr val="8A8A8A"/>
              </a:solidFill>
              <a:latin typeface="Inter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213DCAE-591D-4430-A5C9-BDB43F6EB33B}"/>
              </a:ext>
            </a:extLst>
          </p:cNvPr>
          <p:cNvSpPr txBox="1"/>
          <p:nvPr/>
        </p:nvSpPr>
        <p:spPr>
          <a:xfrm>
            <a:off x="4717142" y="2540000"/>
            <a:ext cx="1052285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000" b="1">
                <a:solidFill>
                  <a:srgbClr val="8A8A8A"/>
                </a:solidFill>
                <a:latin typeface="Inter"/>
              </a:rPr>
              <a:t>T</a:t>
            </a:r>
            <a:endParaRPr lang="ko-KR" altLang="en-US" sz="1000" b="1">
              <a:solidFill>
                <a:srgbClr val="8A8A8A"/>
              </a:solidFill>
              <a:latin typeface="Inter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B2539D-CE6C-4AF3-9614-B1D71C067188}"/>
              </a:ext>
            </a:extLst>
          </p:cNvPr>
          <p:cNvSpPr txBox="1"/>
          <p:nvPr/>
        </p:nvSpPr>
        <p:spPr>
          <a:xfrm>
            <a:off x="5769428" y="2540000"/>
            <a:ext cx="1052285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000" b="1">
                <a:solidFill>
                  <a:srgbClr val="8A8A8A"/>
                </a:solidFill>
                <a:latin typeface="Inter"/>
              </a:rPr>
              <a:t>F</a:t>
            </a:r>
            <a:endParaRPr lang="ko-KR" altLang="en-US" sz="1000" b="1">
              <a:solidFill>
                <a:srgbClr val="8A8A8A"/>
              </a:solidFill>
              <a:latin typeface="Inter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AC5FFDA-68A4-45DC-B7BD-2B3562C05E71}"/>
              </a:ext>
            </a:extLst>
          </p:cNvPr>
          <p:cNvSpPr txBox="1"/>
          <p:nvPr/>
        </p:nvSpPr>
        <p:spPr>
          <a:xfrm>
            <a:off x="6821714" y="2540000"/>
            <a:ext cx="1052285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000" b="1">
                <a:solidFill>
                  <a:srgbClr val="B85042"/>
                </a:solidFill>
                <a:latin typeface="Inter"/>
              </a:rPr>
              <a:t>S</a:t>
            </a:r>
            <a:endParaRPr lang="ko-KR" altLang="en-US" sz="1000" b="1">
              <a:solidFill>
                <a:srgbClr val="B85042"/>
              </a:solidFill>
              <a:latin typeface="Inter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FFB9CB0-7D62-4297-8E4A-DEAA0E39E608}"/>
              </a:ext>
            </a:extLst>
          </p:cNvPr>
          <p:cNvSpPr/>
          <p:nvPr/>
        </p:nvSpPr>
        <p:spPr>
          <a:xfrm>
            <a:off x="508000" y="2844800"/>
            <a:ext cx="7366000" cy="12700"/>
          </a:xfrm>
          <a:prstGeom prst="rect">
            <a:avLst/>
          </a:prstGeom>
          <a:solidFill>
            <a:srgbClr val="E5E2D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C622A30-7400-424B-AE0B-58FC221DBB67}"/>
              </a:ext>
            </a:extLst>
          </p:cNvPr>
          <p:cNvSpPr txBox="1"/>
          <p:nvPr/>
        </p:nvSpPr>
        <p:spPr>
          <a:xfrm>
            <a:off x="5769428" y="2895600"/>
            <a:ext cx="1001485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1200"/>
              </a:lnSpc>
            </a:pPr>
            <a:endParaRPr lang="ko-KR" sz="140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7D8A3DA-2539-44ED-868E-B702BE652A32}"/>
              </a:ext>
            </a:extLst>
          </p:cNvPr>
          <p:cNvSpPr txBox="1"/>
          <p:nvPr/>
        </p:nvSpPr>
        <p:spPr>
          <a:xfrm>
            <a:off x="6821714" y="2895600"/>
            <a:ext cx="1001485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altLang="ko-KR" sz="1400">
                <a:solidFill>
                  <a:srgbClr val="1A1A1A"/>
                </a:solidFill>
                <a:latin typeface="Inter"/>
              </a:rPr>
              <a:t>1</a:t>
            </a:r>
            <a:endParaRPr lang="ko-KR" sz="140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8CCB1D5-C9B5-44CD-9A20-FB4E4C5D5229}"/>
              </a:ext>
            </a:extLst>
          </p:cNvPr>
          <p:cNvSpPr txBox="1"/>
          <p:nvPr/>
        </p:nvSpPr>
        <p:spPr>
          <a:xfrm>
            <a:off x="508000" y="3530600"/>
            <a:ext cx="1001485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altLang="ko-KR" sz="1400">
                <a:solidFill>
                  <a:srgbClr val="1A1A1A"/>
                </a:solidFill>
                <a:latin typeface="Inter"/>
              </a:rPr>
              <a:t>2</a:t>
            </a:r>
            <a:endParaRPr lang="ko-KR" sz="140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84D1275-B450-4C1D-B7D8-9291DE06F2E5}"/>
              </a:ext>
            </a:extLst>
          </p:cNvPr>
          <p:cNvSpPr txBox="1"/>
          <p:nvPr/>
        </p:nvSpPr>
        <p:spPr>
          <a:xfrm>
            <a:off x="1560285" y="3530600"/>
            <a:ext cx="1001485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altLang="ko-KR" sz="1400">
                <a:solidFill>
                  <a:srgbClr val="1A1A1A"/>
                </a:solidFill>
                <a:latin typeface="Inter"/>
              </a:rPr>
              <a:t>3</a:t>
            </a:r>
            <a:endParaRPr lang="ko-KR" sz="140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94DEAAE-66D3-4908-8708-33EBF5B6C3A5}"/>
              </a:ext>
            </a:extLst>
          </p:cNvPr>
          <p:cNvSpPr txBox="1"/>
          <p:nvPr/>
        </p:nvSpPr>
        <p:spPr>
          <a:xfrm>
            <a:off x="2612571" y="3530600"/>
            <a:ext cx="1001485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altLang="ko-KR" sz="1400">
                <a:solidFill>
                  <a:srgbClr val="1A1A1A"/>
                </a:solidFill>
                <a:latin typeface="Inter"/>
              </a:rPr>
              <a:t>4</a:t>
            </a:r>
            <a:endParaRPr lang="ko-KR" sz="140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CF19C4A-DE31-4D05-8F41-7396CA67EDE7}"/>
              </a:ext>
            </a:extLst>
          </p:cNvPr>
          <p:cNvSpPr txBox="1"/>
          <p:nvPr/>
        </p:nvSpPr>
        <p:spPr>
          <a:xfrm>
            <a:off x="3664857" y="3530600"/>
            <a:ext cx="1001485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altLang="ko-KR" sz="1400">
                <a:solidFill>
                  <a:srgbClr val="1A1A1A"/>
                </a:solidFill>
                <a:latin typeface="Inter"/>
              </a:rPr>
              <a:t>5</a:t>
            </a:r>
            <a:endParaRPr lang="ko-KR" sz="140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12A93F4-C800-49B1-8F6D-2CD4869105BB}"/>
              </a:ext>
            </a:extLst>
          </p:cNvPr>
          <p:cNvSpPr txBox="1"/>
          <p:nvPr/>
        </p:nvSpPr>
        <p:spPr>
          <a:xfrm>
            <a:off x="4754336" y="3511550"/>
            <a:ext cx="1001485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altLang="ko-KR" sz="1400">
                <a:solidFill>
                  <a:srgbClr val="1A1A1A"/>
                </a:solidFill>
                <a:latin typeface="Inter"/>
              </a:rPr>
              <a:t>6</a:t>
            </a:r>
            <a:endParaRPr lang="ko-KR" sz="140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0BEA82F-8325-40B2-B4F1-CE2C5FF5734E}"/>
              </a:ext>
            </a:extLst>
          </p:cNvPr>
          <p:cNvSpPr txBox="1"/>
          <p:nvPr/>
        </p:nvSpPr>
        <p:spPr>
          <a:xfrm>
            <a:off x="5769428" y="3530600"/>
            <a:ext cx="1001485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altLang="ko-KR" sz="1400">
                <a:solidFill>
                  <a:srgbClr val="1A1A1A"/>
                </a:solidFill>
                <a:latin typeface="Inter"/>
              </a:rPr>
              <a:t>7</a:t>
            </a:r>
            <a:endParaRPr lang="ko-KR" sz="140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CF6AD64-3CA3-4B76-9954-4D9B31CEBE84}"/>
              </a:ext>
            </a:extLst>
          </p:cNvPr>
          <p:cNvSpPr txBox="1"/>
          <p:nvPr/>
        </p:nvSpPr>
        <p:spPr>
          <a:xfrm>
            <a:off x="6821714" y="3530600"/>
            <a:ext cx="1001485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altLang="ko-KR" sz="1400">
                <a:solidFill>
                  <a:srgbClr val="1A1A1A"/>
                </a:solidFill>
                <a:latin typeface="Inter"/>
              </a:rPr>
              <a:t>8</a:t>
            </a:r>
            <a:endParaRPr lang="ko-KR" sz="140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60F6018-24A9-4604-9A8E-D44B5F843D4E}"/>
              </a:ext>
            </a:extLst>
          </p:cNvPr>
          <p:cNvSpPr txBox="1"/>
          <p:nvPr/>
        </p:nvSpPr>
        <p:spPr>
          <a:xfrm>
            <a:off x="508000" y="4165600"/>
            <a:ext cx="1001485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altLang="ko-KR" sz="1400">
                <a:solidFill>
                  <a:srgbClr val="1A1A1A"/>
                </a:solidFill>
                <a:latin typeface="Inter"/>
              </a:rPr>
              <a:t>9</a:t>
            </a:r>
            <a:endParaRPr lang="ko-KR" sz="140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0EF6A60-8656-47AA-A8FF-30A141DF226B}"/>
              </a:ext>
            </a:extLst>
          </p:cNvPr>
          <p:cNvSpPr txBox="1"/>
          <p:nvPr/>
        </p:nvSpPr>
        <p:spPr>
          <a:xfrm>
            <a:off x="1560285" y="4165600"/>
            <a:ext cx="1001485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altLang="ko-KR" sz="1400">
                <a:solidFill>
                  <a:srgbClr val="1A1A1A"/>
                </a:solidFill>
                <a:latin typeface="Inter"/>
              </a:rPr>
              <a:t>10</a:t>
            </a:r>
            <a:endParaRPr lang="ko-KR" sz="140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CC2D42E-2F8B-484A-8D4F-959DA8A35BC5}"/>
              </a:ext>
            </a:extLst>
          </p:cNvPr>
          <p:cNvSpPr txBox="1"/>
          <p:nvPr/>
        </p:nvSpPr>
        <p:spPr>
          <a:xfrm>
            <a:off x="2612571" y="4165600"/>
            <a:ext cx="1001485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altLang="ko-KR" sz="1400">
                <a:solidFill>
                  <a:srgbClr val="1A1A1A"/>
                </a:solidFill>
                <a:latin typeface="Inter"/>
              </a:rPr>
              <a:t>11</a:t>
            </a:r>
            <a:endParaRPr lang="ko-KR" sz="140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CF3A6B4-90CA-4FEE-8382-74F73D6D1E34}"/>
              </a:ext>
            </a:extLst>
          </p:cNvPr>
          <p:cNvSpPr txBox="1"/>
          <p:nvPr/>
        </p:nvSpPr>
        <p:spPr>
          <a:xfrm>
            <a:off x="3664857" y="4165600"/>
            <a:ext cx="1001485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altLang="ko-KR" sz="1400">
                <a:solidFill>
                  <a:srgbClr val="1A1A1A"/>
                </a:solidFill>
                <a:latin typeface="Inter"/>
              </a:rPr>
              <a:t>12</a:t>
            </a:r>
            <a:endParaRPr lang="ko-KR" sz="140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805C889-2CA7-418F-AE06-4954E9F9B914}"/>
              </a:ext>
            </a:extLst>
          </p:cNvPr>
          <p:cNvSpPr txBox="1"/>
          <p:nvPr/>
        </p:nvSpPr>
        <p:spPr>
          <a:xfrm>
            <a:off x="4717142" y="4165600"/>
            <a:ext cx="1001485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altLang="ko-KR" sz="1400">
                <a:solidFill>
                  <a:srgbClr val="1A1A1A"/>
                </a:solidFill>
                <a:latin typeface="Inter"/>
              </a:rPr>
              <a:t>13</a:t>
            </a:r>
            <a:endParaRPr lang="ko-KR" sz="140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DF6C4CD-284D-414C-9F92-CB38ECFB42FB}"/>
              </a:ext>
            </a:extLst>
          </p:cNvPr>
          <p:cNvSpPr txBox="1"/>
          <p:nvPr/>
        </p:nvSpPr>
        <p:spPr>
          <a:xfrm>
            <a:off x="5769428" y="4165600"/>
            <a:ext cx="1001485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altLang="ko-KR" sz="1400">
                <a:solidFill>
                  <a:srgbClr val="1A1A1A"/>
                </a:solidFill>
                <a:latin typeface="Inter"/>
              </a:rPr>
              <a:t>14</a:t>
            </a:r>
            <a:endParaRPr lang="ko-KR" sz="140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3450B93-2132-440E-8625-4277D8A4164B}"/>
              </a:ext>
            </a:extLst>
          </p:cNvPr>
          <p:cNvSpPr txBox="1"/>
          <p:nvPr/>
        </p:nvSpPr>
        <p:spPr>
          <a:xfrm>
            <a:off x="6821714" y="4165600"/>
            <a:ext cx="1001485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altLang="ko-KR" sz="1400">
                <a:solidFill>
                  <a:srgbClr val="1A1A1A"/>
                </a:solidFill>
                <a:latin typeface="Inter"/>
              </a:rPr>
              <a:t>15</a:t>
            </a:r>
            <a:endParaRPr lang="ko-KR" sz="140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88014A8-5C51-409F-90E3-FC98857B6219}"/>
              </a:ext>
            </a:extLst>
          </p:cNvPr>
          <p:cNvSpPr txBox="1"/>
          <p:nvPr/>
        </p:nvSpPr>
        <p:spPr>
          <a:xfrm>
            <a:off x="508000" y="4800600"/>
            <a:ext cx="1001485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altLang="ko-KR" sz="1400">
                <a:solidFill>
                  <a:srgbClr val="1A1A1A"/>
                </a:solidFill>
                <a:latin typeface="Inter"/>
              </a:rPr>
              <a:t>16</a:t>
            </a:r>
            <a:endParaRPr lang="ko-KR" sz="140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40069D2-EAA7-495D-B0EC-41CC8E20A3AE}"/>
              </a:ext>
            </a:extLst>
          </p:cNvPr>
          <p:cNvSpPr txBox="1"/>
          <p:nvPr/>
        </p:nvSpPr>
        <p:spPr>
          <a:xfrm>
            <a:off x="1560285" y="4800600"/>
            <a:ext cx="1001485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altLang="ko-KR" sz="1400">
                <a:solidFill>
                  <a:srgbClr val="1A1A1A"/>
                </a:solidFill>
                <a:latin typeface="Inter"/>
              </a:rPr>
              <a:t>17</a:t>
            </a:r>
            <a:endParaRPr lang="ko-KR" sz="140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21E1108-503D-469C-93E7-DAB2631D730E}"/>
              </a:ext>
            </a:extLst>
          </p:cNvPr>
          <p:cNvSpPr txBox="1"/>
          <p:nvPr/>
        </p:nvSpPr>
        <p:spPr>
          <a:xfrm>
            <a:off x="2612571" y="4800600"/>
            <a:ext cx="1001485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altLang="ko-KR" sz="1400">
                <a:solidFill>
                  <a:srgbClr val="1A1A1A"/>
                </a:solidFill>
                <a:latin typeface="Inter"/>
              </a:rPr>
              <a:t>18</a:t>
            </a:r>
            <a:endParaRPr lang="ko-KR" sz="140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864CEB2-98BD-4464-93D9-348EE39830C9}"/>
              </a:ext>
            </a:extLst>
          </p:cNvPr>
          <p:cNvSpPr txBox="1"/>
          <p:nvPr/>
        </p:nvSpPr>
        <p:spPr>
          <a:xfrm>
            <a:off x="3664857" y="4800600"/>
            <a:ext cx="1001485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altLang="ko-KR" sz="1400">
                <a:solidFill>
                  <a:srgbClr val="1A1A1A"/>
                </a:solidFill>
                <a:latin typeface="Inter"/>
              </a:rPr>
              <a:t>19</a:t>
            </a:r>
            <a:endParaRPr lang="ko-KR" sz="140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A80C107-121A-4384-AAC3-CF2509BDBF66}"/>
              </a:ext>
            </a:extLst>
          </p:cNvPr>
          <p:cNvSpPr txBox="1"/>
          <p:nvPr/>
        </p:nvSpPr>
        <p:spPr>
          <a:xfrm>
            <a:off x="4717142" y="4800600"/>
            <a:ext cx="1001485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altLang="ko-KR" sz="1400">
                <a:solidFill>
                  <a:srgbClr val="1A1A1A"/>
                </a:solidFill>
                <a:latin typeface="Inter"/>
              </a:rPr>
              <a:t>20</a:t>
            </a:r>
            <a:endParaRPr lang="ko-KR" sz="140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FAE2A89-C090-49A8-A587-81A7F03A6A30}"/>
              </a:ext>
            </a:extLst>
          </p:cNvPr>
          <p:cNvSpPr txBox="1"/>
          <p:nvPr/>
        </p:nvSpPr>
        <p:spPr>
          <a:xfrm>
            <a:off x="5769428" y="4800600"/>
            <a:ext cx="1001485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altLang="ko-KR" sz="1400">
                <a:solidFill>
                  <a:srgbClr val="1A1A1A"/>
                </a:solidFill>
                <a:latin typeface="Inter"/>
              </a:rPr>
              <a:t>21</a:t>
            </a:r>
            <a:endParaRPr lang="ko-KR" sz="140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9E83C54-86A7-472D-9698-BA32BAAD77FA}"/>
              </a:ext>
            </a:extLst>
          </p:cNvPr>
          <p:cNvSpPr txBox="1"/>
          <p:nvPr/>
        </p:nvSpPr>
        <p:spPr>
          <a:xfrm>
            <a:off x="6821714" y="4800600"/>
            <a:ext cx="1001485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altLang="ko-KR" sz="1400">
                <a:solidFill>
                  <a:srgbClr val="1A1A1A"/>
                </a:solidFill>
                <a:latin typeface="Inter"/>
              </a:rPr>
              <a:t>22</a:t>
            </a:r>
            <a:endParaRPr lang="ko-KR" sz="140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44273F7-F1B9-4C5C-B1A2-D8F5081F9C02}"/>
              </a:ext>
            </a:extLst>
          </p:cNvPr>
          <p:cNvSpPr txBox="1"/>
          <p:nvPr/>
        </p:nvSpPr>
        <p:spPr>
          <a:xfrm>
            <a:off x="508000" y="5435600"/>
            <a:ext cx="1001485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altLang="ko-KR" sz="1400">
                <a:solidFill>
                  <a:srgbClr val="1A1A1A"/>
                </a:solidFill>
                <a:latin typeface="Inter"/>
              </a:rPr>
              <a:t>23</a:t>
            </a:r>
            <a:endParaRPr lang="ko-KR" sz="140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B1EE7D4-070D-49D4-8C70-7F0F2CAC6E84}"/>
              </a:ext>
            </a:extLst>
          </p:cNvPr>
          <p:cNvSpPr txBox="1"/>
          <p:nvPr/>
        </p:nvSpPr>
        <p:spPr>
          <a:xfrm>
            <a:off x="1560285" y="5435600"/>
            <a:ext cx="1001485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altLang="ko-KR" sz="1400">
                <a:solidFill>
                  <a:srgbClr val="1A1A1A"/>
                </a:solidFill>
                <a:latin typeface="Inter"/>
              </a:rPr>
              <a:t>24</a:t>
            </a:r>
            <a:endParaRPr lang="ko-KR" sz="140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AE7FFB3-3D20-499B-B533-1A8DB7C8C671}"/>
              </a:ext>
            </a:extLst>
          </p:cNvPr>
          <p:cNvSpPr txBox="1"/>
          <p:nvPr/>
        </p:nvSpPr>
        <p:spPr>
          <a:xfrm>
            <a:off x="2612571" y="5435600"/>
            <a:ext cx="1001485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altLang="ko-KR" sz="1400">
                <a:solidFill>
                  <a:srgbClr val="1A1A1A"/>
                </a:solidFill>
                <a:latin typeface="Inter"/>
              </a:rPr>
              <a:t>25</a:t>
            </a:r>
            <a:endParaRPr lang="ko-KR" sz="140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9F15B70-D45A-4134-BA41-4A4C5FE27EA3}"/>
              </a:ext>
            </a:extLst>
          </p:cNvPr>
          <p:cNvSpPr txBox="1"/>
          <p:nvPr/>
        </p:nvSpPr>
        <p:spPr>
          <a:xfrm>
            <a:off x="3664857" y="5435600"/>
            <a:ext cx="1001485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altLang="ko-KR" sz="1400">
                <a:solidFill>
                  <a:srgbClr val="1A1A1A"/>
                </a:solidFill>
                <a:latin typeface="Inter"/>
              </a:rPr>
              <a:t>26</a:t>
            </a:r>
            <a:endParaRPr lang="ko-KR" sz="140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19805BF-C4FA-4EF5-AF4E-4024848FD8EF}"/>
              </a:ext>
            </a:extLst>
          </p:cNvPr>
          <p:cNvSpPr txBox="1"/>
          <p:nvPr/>
        </p:nvSpPr>
        <p:spPr>
          <a:xfrm>
            <a:off x="4717142" y="5435600"/>
            <a:ext cx="1001485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altLang="ko-KR" sz="1400">
                <a:solidFill>
                  <a:srgbClr val="1A1A1A"/>
                </a:solidFill>
                <a:latin typeface="Inter"/>
              </a:rPr>
              <a:t>27</a:t>
            </a:r>
            <a:endParaRPr lang="ko-KR" sz="140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A35ED5B-E388-471B-916B-7E9E45A0E13D}"/>
              </a:ext>
            </a:extLst>
          </p:cNvPr>
          <p:cNvSpPr txBox="1"/>
          <p:nvPr/>
        </p:nvSpPr>
        <p:spPr>
          <a:xfrm>
            <a:off x="5769428" y="5435600"/>
            <a:ext cx="1001485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altLang="ko-KR" sz="1400">
                <a:solidFill>
                  <a:srgbClr val="1A1A1A"/>
                </a:solidFill>
                <a:latin typeface="Inter"/>
              </a:rPr>
              <a:t>28</a:t>
            </a:r>
            <a:endParaRPr lang="ko-KR" sz="140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0330A66-E2DD-4833-8DEB-3D296DF5A4CE}"/>
              </a:ext>
            </a:extLst>
          </p:cNvPr>
          <p:cNvSpPr txBox="1"/>
          <p:nvPr/>
        </p:nvSpPr>
        <p:spPr>
          <a:xfrm>
            <a:off x="6821714" y="5435600"/>
            <a:ext cx="1001485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r>
              <a:rPr lang="en-US" altLang="ko-KR" sz="1400">
                <a:solidFill>
                  <a:srgbClr val="1A1A1A"/>
                </a:solidFill>
                <a:latin typeface="Inter"/>
              </a:rPr>
              <a:t>29</a:t>
            </a:r>
            <a:endParaRPr sz="1400">
              <a:solidFill>
                <a:srgbClr val="1A1A1A"/>
              </a:solidFill>
              <a:latin typeface="Inter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DFFFBAA-0FBD-41F9-8988-5A8FC28B0B8B}"/>
              </a:ext>
            </a:extLst>
          </p:cNvPr>
          <p:cNvSpPr txBox="1"/>
          <p:nvPr/>
        </p:nvSpPr>
        <p:spPr>
          <a:xfrm>
            <a:off x="508000" y="6070600"/>
            <a:ext cx="1001485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r>
              <a:rPr lang="en-US" altLang="ko-KR" sz="1400">
                <a:solidFill>
                  <a:srgbClr val="1A1A1A"/>
                </a:solidFill>
                <a:latin typeface="Inter"/>
              </a:rPr>
              <a:t>30</a:t>
            </a:r>
            <a:endParaRPr sz="1400">
              <a:solidFill>
                <a:srgbClr val="1A1A1A"/>
              </a:solidFill>
              <a:latin typeface="Inter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6F4C1D32-06BA-493B-9369-FC86EC7D9C3B}"/>
              </a:ext>
            </a:extLst>
          </p:cNvPr>
          <p:cNvSpPr/>
          <p:nvPr/>
        </p:nvSpPr>
        <p:spPr>
          <a:xfrm>
            <a:off x="8382000" y="1016000"/>
            <a:ext cx="12700" cy="5334000"/>
          </a:xfrm>
          <a:prstGeom prst="rect">
            <a:avLst/>
          </a:prstGeom>
          <a:solidFill>
            <a:srgbClr val="E5E2D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EE4A1D2-15D9-4057-B2B2-63F228E46B3C}"/>
              </a:ext>
            </a:extLst>
          </p:cNvPr>
          <p:cNvSpPr txBox="1"/>
          <p:nvPr/>
        </p:nvSpPr>
        <p:spPr>
          <a:xfrm>
            <a:off x="8763000" y="1219200"/>
            <a:ext cx="2921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100" b="1">
                <a:solidFill>
                  <a:srgbClr val="8A8A8A"/>
                </a:solidFill>
                <a:latin typeface="Inter"/>
              </a:rPr>
              <a:t>UPCOMING</a:t>
            </a:r>
            <a:endParaRPr lang="ko-KR" altLang="en-US" sz="1100" b="1">
              <a:solidFill>
                <a:srgbClr val="8A8A8A"/>
              </a:solidFill>
              <a:latin typeface="Inter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8A068B8-87DB-4D68-BC01-60D489327CEF}"/>
              </a:ext>
            </a:extLst>
          </p:cNvPr>
          <p:cNvSpPr txBox="1"/>
          <p:nvPr/>
        </p:nvSpPr>
        <p:spPr>
          <a:xfrm>
            <a:off x="8763000" y="2057400"/>
            <a:ext cx="558800" cy="28225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altLang="ko-KR" sz="2200" b="1">
                <a:solidFill>
                  <a:srgbClr val="C8553D"/>
                </a:solidFill>
                <a:latin typeface="Inter"/>
              </a:rPr>
              <a:t>10</a:t>
            </a:r>
            <a:endParaRPr lang="ko-KR" sz="2200" b="1" dirty="0">
              <a:solidFill>
                <a:srgbClr val="C8553D"/>
              </a:solidFill>
              <a:latin typeface="Inter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38203A4-5CAF-48C2-97E4-DA8D8627A459}"/>
              </a:ext>
            </a:extLst>
          </p:cNvPr>
          <p:cNvSpPr txBox="1"/>
          <p:nvPr/>
        </p:nvSpPr>
        <p:spPr>
          <a:xfrm>
            <a:off x="8763000" y="2463800"/>
            <a:ext cx="558800" cy="23820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altLang="ko-KR" sz="900">
                <a:solidFill>
                  <a:srgbClr val="8A8A8A"/>
                </a:solidFill>
                <a:latin typeface="Inter"/>
              </a:rPr>
              <a:t>MON</a:t>
            </a:r>
            <a:endParaRPr lang="ko-KR" sz="900" dirty="0">
              <a:solidFill>
                <a:srgbClr val="8A8A8A"/>
              </a:solidFill>
              <a:latin typeface="Inter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48FA39D-24FE-4CE1-9B13-9C2C485E8B4D}"/>
              </a:ext>
            </a:extLst>
          </p:cNvPr>
          <p:cNvSpPr txBox="1"/>
          <p:nvPr/>
        </p:nvSpPr>
        <p:spPr>
          <a:xfrm>
            <a:off x="9423400" y="2057400"/>
            <a:ext cx="2286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ko-KR" altLang="en-US" sz="1300" b="1">
                <a:solidFill>
                  <a:srgbClr val="1A1A1A"/>
                </a:solidFill>
                <a:latin typeface="Inter"/>
              </a:rPr>
              <a:t>자일로  휴가</a:t>
            </a:r>
            <a:endParaRPr lang="ko-KR" sz="1300" b="1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0B6A705-896D-456B-9C5B-A62F49184695}"/>
              </a:ext>
            </a:extLst>
          </p:cNvPr>
          <p:cNvSpPr txBox="1"/>
          <p:nvPr/>
        </p:nvSpPr>
        <p:spPr>
          <a:xfrm>
            <a:off x="9423400" y="2311400"/>
            <a:ext cx="2286000" cy="24622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altLang="ko-KR" sz="1000">
                <a:solidFill>
                  <a:srgbClr val="8A8A8A"/>
                </a:solidFill>
                <a:latin typeface="Inter"/>
              </a:rPr>
              <a:t>8/10 (</a:t>
            </a:r>
            <a:r>
              <a:rPr lang="ko-KR" altLang="en-US" sz="1000">
                <a:solidFill>
                  <a:srgbClr val="8A8A8A"/>
                </a:solidFill>
                <a:latin typeface="Inter"/>
              </a:rPr>
              <a:t>월</a:t>
            </a:r>
            <a:r>
              <a:rPr lang="en-US" altLang="ko-KR" sz="1000">
                <a:solidFill>
                  <a:srgbClr val="8A8A8A"/>
                </a:solidFill>
                <a:latin typeface="Inter"/>
              </a:rPr>
              <a:t>) ~ 8/21 (</a:t>
            </a:r>
            <a:r>
              <a:rPr lang="ko-KR" altLang="en-US" sz="1000">
                <a:solidFill>
                  <a:srgbClr val="8A8A8A"/>
                </a:solidFill>
                <a:latin typeface="Inter"/>
              </a:rPr>
              <a:t>금</a:t>
            </a:r>
            <a:r>
              <a:rPr lang="en-US" altLang="ko-KR" sz="1000">
                <a:solidFill>
                  <a:srgbClr val="8A8A8A"/>
                </a:solidFill>
                <a:latin typeface="Inter"/>
              </a:rPr>
              <a:t>) · 12</a:t>
            </a:r>
            <a:r>
              <a:rPr lang="ko-KR" altLang="en-US" sz="1000">
                <a:solidFill>
                  <a:srgbClr val="8A8A8A"/>
                </a:solidFill>
                <a:latin typeface="Inter"/>
              </a:rPr>
              <a:t>일</a:t>
            </a:r>
            <a:endParaRPr lang="ko-KR" sz="1000" dirty="0">
              <a:solidFill>
                <a:srgbClr val="8A8A8A"/>
              </a:solidFill>
              <a:latin typeface="Inter"/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36C73F19-34B2-42FB-9520-3D401183E05C}"/>
              </a:ext>
            </a:extLst>
          </p:cNvPr>
          <p:cNvSpPr/>
          <p:nvPr/>
        </p:nvSpPr>
        <p:spPr>
          <a:xfrm>
            <a:off x="8763000" y="2870200"/>
            <a:ext cx="2921000" cy="12700"/>
          </a:xfrm>
          <a:prstGeom prst="rect">
            <a:avLst/>
          </a:prstGeom>
          <a:solidFill>
            <a:srgbClr val="E5E2D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ED09E57-8420-4D49-A1A2-4AADF1BB23C1}"/>
              </a:ext>
            </a:extLst>
          </p:cNvPr>
          <p:cNvSpPr txBox="1"/>
          <p:nvPr/>
        </p:nvSpPr>
        <p:spPr>
          <a:xfrm>
            <a:off x="8763000" y="3022600"/>
            <a:ext cx="558800" cy="28225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altLang="ko-KR" sz="2200" b="1">
                <a:solidFill>
                  <a:srgbClr val="C8553D"/>
                </a:solidFill>
                <a:latin typeface="Inter"/>
              </a:rPr>
              <a:t>28</a:t>
            </a:r>
            <a:endParaRPr lang="ko-KR" sz="2200" b="1" dirty="0">
              <a:solidFill>
                <a:srgbClr val="C8553D"/>
              </a:solidFill>
              <a:latin typeface="Inter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C0F5ECB-E67C-48D6-9E88-F4556597EC9D}"/>
              </a:ext>
            </a:extLst>
          </p:cNvPr>
          <p:cNvSpPr txBox="1"/>
          <p:nvPr/>
        </p:nvSpPr>
        <p:spPr>
          <a:xfrm>
            <a:off x="8763000" y="3429000"/>
            <a:ext cx="558800" cy="23820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altLang="ko-KR" sz="900">
                <a:solidFill>
                  <a:srgbClr val="8A8A8A"/>
                </a:solidFill>
                <a:latin typeface="Inter"/>
              </a:rPr>
              <a:t>FRI</a:t>
            </a:r>
            <a:endParaRPr lang="ko-KR" sz="900" dirty="0">
              <a:solidFill>
                <a:srgbClr val="8A8A8A"/>
              </a:solidFill>
              <a:latin typeface="Inter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30672A3-DE38-46AD-95E0-55E77A88335D}"/>
              </a:ext>
            </a:extLst>
          </p:cNvPr>
          <p:cNvSpPr txBox="1"/>
          <p:nvPr/>
        </p:nvSpPr>
        <p:spPr>
          <a:xfrm>
            <a:off x="9423400" y="3022600"/>
            <a:ext cx="2286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ko-KR" altLang="en-US" sz="1300" b="1">
                <a:solidFill>
                  <a:srgbClr val="1A1A1A"/>
                </a:solidFill>
                <a:latin typeface="Inter"/>
              </a:rPr>
              <a:t>나나  연차</a:t>
            </a:r>
            <a:endParaRPr lang="ko-KR" sz="1300" b="1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35E9C5E-F9AD-4ED9-81F1-DB90BF078FC2}"/>
              </a:ext>
            </a:extLst>
          </p:cNvPr>
          <p:cNvSpPr txBox="1"/>
          <p:nvPr/>
        </p:nvSpPr>
        <p:spPr>
          <a:xfrm>
            <a:off x="9423400" y="3276600"/>
            <a:ext cx="2286000" cy="24622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altLang="ko-KR" sz="1000">
                <a:solidFill>
                  <a:srgbClr val="8A8A8A"/>
                </a:solidFill>
                <a:latin typeface="Inter"/>
              </a:rPr>
              <a:t>8/28 (</a:t>
            </a:r>
            <a:r>
              <a:rPr lang="ko-KR" altLang="en-US" sz="1000">
                <a:solidFill>
                  <a:srgbClr val="8A8A8A"/>
                </a:solidFill>
                <a:latin typeface="Inter"/>
              </a:rPr>
              <a:t>금</a:t>
            </a:r>
            <a:r>
              <a:rPr lang="en-US" altLang="ko-KR" sz="1000">
                <a:solidFill>
                  <a:srgbClr val="8A8A8A"/>
                </a:solidFill>
                <a:latin typeface="Inter"/>
              </a:rPr>
              <a:t>) · 1</a:t>
            </a:r>
            <a:r>
              <a:rPr lang="ko-KR" altLang="en-US" sz="1000">
                <a:solidFill>
                  <a:srgbClr val="8A8A8A"/>
                </a:solidFill>
                <a:latin typeface="Inter"/>
              </a:rPr>
              <a:t>일</a:t>
            </a:r>
            <a:endParaRPr lang="ko-KR" sz="1000" dirty="0">
              <a:solidFill>
                <a:srgbClr val="8A8A8A"/>
              </a:solidFill>
              <a:latin typeface="Inter"/>
            </a:endParaRP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1E14E99E-3300-4197-9781-16573C696662}"/>
              </a:ext>
            </a:extLst>
          </p:cNvPr>
          <p:cNvSpPr/>
          <p:nvPr/>
        </p:nvSpPr>
        <p:spPr>
          <a:xfrm>
            <a:off x="8763000" y="3835400"/>
            <a:ext cx="2921000" cy="12700"/>
          </a:xfrm>
          <a:prstGeom prst="rect">
            <a:avLst/>
          </a:prstGeom>
          <a:solidFill>
            <a:srgbClr val="E5E2D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2720029-810E-4545-A2D7-201DC3FE851E}"/>
              </a:ext>
            </a:extLst>
          </p:cNvPr>
          <p:cNvSpPr txBox="1"/>
          <p:nvPr/>
        </p:nvSpPr>
        <p:spPr>
          <a:xfrm>
            <a:off x="8763000" y="3987800"/>
            <a:ext cx="558800" cy="28225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1200"/>
              </a:lnSpc>
            </a:pPr>
            <a:endParaRPr lang="ko-KR" sz="2200" b="1" dirty="0">
              <a:solidFill>
                <a:srgbClr val="C8553D"/>
              </a:solidFill>
              <a:latin typeface="Inter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F46A742-A62E-4BE3-88B3-925DE3E04AEF}"/>
              </a:ext>
            </a:extLst>
          </p:cNvPr>
          <p:cNvSpPr txBox="1"/>
          <p:nvPr/>
        </p:nvSpPr>
        <p:spPr>
          <a:xfrm>
            <a:off x="8763000" y="4394200"/>
            <a:ext cx="558800" cy="23820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1200"/>
              </a:lnSpc>
            </a:pPr>
            <a:endParaRPr lang="ko-KR" sz="900" dirty="0">
              <a:solidFill>
                <a:srgbClr val="8A8A8A"/>
              </a:solidFill>
              <a:latin typeface="Inter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2EC649B-4297-4637-BFE3-7B53FBEFA842}"/>
              </a:ext>
            </a:extLst>
          </p:cNvPr>
          <p:cNvSpPr txBox="1"/>
          <p:nvPr/>
        </p:nvSpPr>
        <p:spPr>
          <a:xfrm>
            <a:off x="9423400" y="3987800"/>
            <a:ext cx="2286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1200"/>
              </a:lnSpc>
            </a:pPr>
            <a:endParaRPr lang="ko-KR" sz="1300" b="1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16FE3F3-2172-45B4-B035-BB35B26ABB18}"/>
              </a:ext>
            </a:extLst>
          </p:cNvPr>
          <p:cNvSpPr txBox="1"/>
          <p:nvPr/>
        </p:nvSpPr>
        <p:spPr>
          <a:xfrm>
            <a:off x="9423400" y="4241800"/>
            <a:ext cx="2286000" cy="24622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1200"/>
              </a:lnSpc>
            </a:pPr>
            <a:endParaRPr lang="ko-KR" sz="1000" dirty="0">
              <a:solidFill>
                <a:srgbClr val="8A8A8A"/>
              </a:solidFill>
              <a:latin typeface="Inter"/>
            </a:endParaRP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6B44AF85-ACD6-412C-8F08-B69CCCA5E13E}"/>
              </a:ext>
            </a:extLst>
          </p:cNvPr>
          <p:cNvSpPr/>
          <p:nvPr/>
        </p:nvSpPr>
        <p:spPr>
          <a:xfrm>
            <a:off x="8763000" y="4800600"/>
            <a:ext cx="2921000" cy="12700"/>
          </a:xfrm>
          <a:prstGeom prst="rect">
            <a:avLst/>
          </a:prstGeom>
          <a:solidFill>
            <a:srgbClr val="E5E2D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C38B288-9816-48A2-804C-65BF6C64A805}"/>
              </a:ext>
            </a:extLst>
          </p:cNvPr>
          <p:cNvSpPr txBox="1"/>
          <p:nvPr/>
        </p:nvSpPr>
        <p:spPr>
          <a:xfrm>
            <a:off x="8763000" y="4953000"/>
            <a:ext cx="558800" cy="28225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1200"/>
              </a:lnSpc>
            </a:pPr>
            <a:endParaRPr lang="ko-KR" sz="2200" b="1" dirty="0">
              <a:solidFill>
                <a:srgbClr val="C8553D"/>
              </a:solidFill>
              <a:latin typeface="Inter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FA30BAC-3592-42C9-8596-5FBB4EEC69C3}"/>
              </a:ext>
            </a:extLst>
          </p:cNvPr>
          <p:cNvSpPr txBox="1"/>
          <p:nvPr/>
        </p:nvSpPr>
        <p:spPr>
          <a:xfrm>
            <a:off x="8763000" y="5359400"/>
            <a:ext cx="558800" cy="23820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1200"/>
              </a:lnSpc>
            </a:pPr>
            <a:endParaRPr lang="ko-KR" sz="900" dirty="0">
              <a:solidFill>
                <a:srgbClr val="8A8A8A"/>
              </a:solidFill>
              <a:latin typeface="Inter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8545993-292E-4F94-9215-7B837918E850}"/>
              </a:ext>
            </a:extLst>
          </p:cNvPr>
          <p:cNvSpPr txBox="1"/>
          <p:nvPr/>
        </p:nvSpPr>
        <p:spPr>
          <a:xfrm>
            <a:off x="9423400" y="4953000"/>
            <a:ext cx="2286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1200"/>
              </a:lnSpc>
            </a:pPr>
            <a:endParaRPr lang="ko-KR" sz="1300" b="1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9B6DD85-2878-410A-B0B9-2F50F9ADCD54}"/>
              </a:ext>
            </a:extLst>
          </p:cNvPr>
          <p:cNvSpPr txBox="1"/>
          <p:nvPr/>
        </p:nvSpPr>
        <p:spPr>
          <a:xfrm>
            <a:off x="9423400" y="5207000"/>
            <a:ext cx="2286000" cy="24622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1200"/>
              </a:lnSpc>
            </a:pPr>
            <a:endParaRPr lang="ko-KR" sz="1000" dirty="0">
              <a:solidFill>
                <a:srgbClr val="8A8A8A"/>
              </a:solidFill>
              <a:latin typeface="Inter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F4C5C0B4-97C8-4F9B-B0A5-BA9A87D8CAC7}"/>
              </a:ext>
            </a:extLst>
          </p:cNvPr>
          <p:cNvSpPr/>
          <p:nvPr/>
        </p:nvSpPr>
        <p:spPr>
          <a:xfrm>
            <a:off x="8763000" y="5765800"/>
            <a:ext cx="2921000" cy="12700"/>
          </a:xfrm>
          <a:prstGeom prst="rect">
            <a:avLst/>
          </a:prstGeom>
          <a:solidFill>
            <a:srgbClr val="E5E2D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F3F9F124-2422-4C6F-9BA1-1923D68A8349}"/>
              </a:ext>
            </a:extLst>
          </p:cNvPr>
          <p:cNvSpPr/>
          <p:nvPr/>
        </p:nvSpPr>
        <p:spPr>
          <a:xfrm>
            <a:off x="508000" y="6477000"/>
            <a:ext cx="11176000" cy="12700"/>
          </a:xfrm>
          <a:prstGeom prst="rect">
            <a:avLst/>
          </a:prstGeom>
          <a:solidFill>
            <a:srgbClr val="E5E2D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8948834-4B95-4872-A36E-F0519F7A2D8A}"/>
              </a:ext>
            </a:extLst>
          </p:cNvPr>
          <p:cNvSpPr txBox="1"/>
          <p:nvPr/>
        </p:nvSpPr>
        <p:spPr>
          <a:xfrm>
            <a:off x="508000" y="6578600"/>
            <a:ext cx="11176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900">
                <a:solidFill>
                  <a:srgbClr val="8A8A8A"/>
                </a:solidFill>
                <a:latin typeface="Inter"/>
              </a:rPr>
              <a:t>doroland.com  ·  Crafted with care</a:t>
            </a:r>
            <a:endParaRPr lang="ko-KR" altLang="en-US" sz="900">
              <a:solidFill>
                <a:srgbClr val="8A8A8A"/>
              </a:solidFill>
              <a:latin typeface="Inter"/>
            </a:endParaRP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82DD332A-7C7F-4CFE-973F-B067E7CACB2D}"/>
              </a:ext>
            </a:extLst>
          </p:cNvPr>
          <p:cNvSpPr/>
          <p:nvPr/>
        </p:nvSpPr>
        <p:spPr>
          <a:xfrm>
            <a:off x="5816600" y="5867400"/>
            <a:ext cx="38100" cy="127000"/>
          </a:xfrm>
          <a:prstGeom prst="rect">
            <a:avLst/>
          </a:prstGeom>
          <a:solidFill>
            <a:srgbClr val="8C6BB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E017A210-B11E-46AD-8076-3BD18D1AA4F1}"/>
              </a:ext>
            </a:extLst>
          </p:cNvPr>
          <p:cNvSpPr txBox="1"/>
          <p:nvPr/>
        </p:nvSpPr>
        <p:spPr>
          <a:xfrm>
            <a:off x="5880100" y="5816600"/>
            <a:ext cx="925285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ko-KR" altLang="en-US" sz="900" b="1">
                <a:solidFill>
                  <a:srgbClr val="8C6BB3"/>
                </a:solidFill>
                <a:latin typeface="Inter"/>
              </a:rPr>
              <a:t>나나 연차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08B89D8-307E-07BD-6581-8F01FC244F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1350" y="145017"/>
            <a:ext cx="882650" cy="60880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3848B4D-A5E5-402A-82EE-6E4BBD7A1446}"/>
              </a:ext>
            </a:extLst>
          </p:cNvPr>
          <p:cNvSpPr txBox="1"/>
          <p:nvPr/>
        </p:nvSpPr>
        <p:spPr>
          <a:xfrm>
            <a:off x="1562100" y="6070600"/>
            <a:ext cx="10033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>
                <a:solidFill>
                  <a:srgbClr val="1A1A1A"/>
                </a:solidFill>
                <a:latin typeface="Inter"/>
              </a:rPr>
              <a:t>31</a:t>
            </a:r>
            <a:endParaRPr lang="ko-KR" altLang="en-US" sz="1400">
              <a:solidFill>
                <a:srgbClr val="1A1A1A"/>
              </a:solidFill>
              <a:latin typeface="Inter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2271F7D-1E48-D273-8571-4CA8DCC6B51E}"/>
              </a:ext>
            </a:extLst>
          </p:cNvPr>
          <p:cNvSpPr txBox="1"/>
          <p:nvPr/>
        </p:nvSpPr>
        <p:spPr>
          <a:xfrm>
            <a:off x="507999" y="355600"/>
            <a:ext cx="3749675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 b="1" dirty="0">
                <a:solidFill>
                  <a:srgbClr val="C8553D"/>
                </a:solidFill>
                <a:latin typeface="Inter"/>
              </a:rPr>
              <a:t>DOROLAND</a:t>
            </a:r>
            <a:r>
              <a:rPr lang="ko-KR" altLang="en-US" sz="1400" b="1" dirty="0">
                <a:solidFill>
                  <a:srgbClr val="1A1A1A"/>
                </a:solidFill>
                <a:latin typeface="Inter"/>
              </a:rPr>
              <a:t>  ·  </a:t>
            </a:r>
            <a:r>
              <a:rPr lang="ko-KR" altLang="en-US" sz="1400" b="1" dirty="0" err="1">
                <a:solidFill>
                  <a:srgbClr val="1A1A1A"/>
                </a:solidFill>
                <a:latin typeface="Inter"/>
              </a:rPr>
              <a:t>도로랜드</a:t>
            </a:r>
            <a:r>
              <a:rPr lang="ko-KR" altLang="en-US" sz="1400" b="1" dirty="0">
                <a:solidFill>
                  <a:srgbClr val="1A1A1A"/>
                </a:solidFill>
                <a:latin typeface="Inter"/>
              </a:rPr>
              <a:t> 직원 휴가 캘린더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F8E8759-8A1B-A394-9A53-268F1A101AD2}"/>
              </a:ext>
            </a:extLst>
          </p:cNvPr>
          <p:cNvSpPr txBox="1"/>
          <p:nvPr/>
        </p:nvSpPr>
        <p:spPr>
          <a:xfrm>
            <a:off x="8763000" y="1473200"/>
            <a:ext cx="2921000" cy="4001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2000" b="1">
                <a:solidFill>
                  <a:srgbClr val="1A1A1A"/>
                </a:solidFill>
                <a:latin typeface="Inter"/>
              </a:rPr>
              <a:t>휴가 </a:t>
            </a:r>
            <a:r>
              <a:rPr lang="ko-KR" altLang="en-US" sz="2000" b="1" dirty="0">
                <a:solidFill>
                  <a:srgbClr val="1A1A1A"/>
                </a:solidFill>
                <a:latin typeface="Inter"/>
              </a:rPr>
              <a:t>일정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4EC4A5D-779D-4E9A-80AC-E3B389E914D2}"/>
              </a:ext>
            </a:extLst>
          </p:cNvPr>
          <p:cNvSpPr txBox="1"/>
          <p:nvPr/>
        </p:nvSpPr>
        <p:spPr>
          <a:xfrm>
            <a:off x="3327400" y="4565650"/>
            <a:ext cx="1016000" cy="1524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ctr"/>
            <a:r>
              <a:rPr lang="ko-KR" altLang="en-US" sz="1000" b="1" dirty="0">
                <a:solidFill>
                  <a:srgbClr val="808080"/>
                </a:solidFill>
                <a:latin typeface="맑은 고딕"/>
                <a:ea typeface="맑은 고딕"/>
              </a:rPr>
              <a:t>자일로 휴가</a:t>
            </a:r>
          </a:p>
        </p:txBody>
      </p: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0BCD80B4-EC8E-44D7-ABF5-8016BEFE763B}"/>
              </a:ext>
            </a:extLst>
          </p:cNvPr>
          <p:cNvSpPr/>
          <p:nvPr/>
        </p:nvSpPr>
        <p:spPr>
          <a:xfrm>
            <a:off x="1612900" y="4559300"/>
            <a:ext cx="25400" cy="203200"/>
          </a:xfrm>
          <a:prstGeom prst="rect">
            <a:avLst/>
          </a:prstGeom>
          <a:solidFill>
            <a:srgbClr val="80808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1DA5B1B2-9CCD-4DA5-BFBD-4EAB569924F0}"/>
              </a:ext>
            </a:extLst>
          </p:cNvPr>
          <p:cNvSpPr/>
          <p:nvPr/>
        </p:nvSpPr>
        <p:spPr>
          <a:xfrm>
            <a:off x="5842000" y="4559300"/>
            <a:ext cx="25400" cy="203200"/>
          </a:xfrm>
          <a:prstGeom prst="rect">
            <a:avLst/>
          </a:prstGeom>
          <a:solidFill>
            <a:srgbClr val="80808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CC133BAB-E05C-44B4-BB08-5BAA4816E7CD}"/>
              </a:ext>
            </a:extLst>
          </p:cNvPr>
          <p:cNvSpPr/>
          <p:nvPr/>
        </p:nvSpPr>
        <p:spPr>
          <a:xfrm>
            <a:off x="1612900" y="5194300"/>
            <a:ext cx="25400" cy="203200"/>
          </a:xfrm>
          <a:prstGeom prst="rect">
            <a:avLst/>
          </a:prstGeom>
          <a:solidFill>
            <a:srgbClr val="80808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65065974-41D5-4FEC-B782-C2D03C355D50}"/>
              </a:ext>
            </a:extLst>
          </p:cNvPr>
          <p:cNvSpPr/>
          <p:nvPr/>
        </p:nvSpPr>
        <p:spPr>
          <a:xfrm>
            <a:off x="5842000" y="5194300"/>
            <a:ext cx="25400" cy="203200"/>
          </a:xfrm>
          <a:prstGeom prst="rect">
            <a:avLst/>
          </a:prstGeom>
          <a:solidFill>
            <a:srgbClr val="80808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B8E8ACC9-D061-24EE-305F-685249E2FDA4}"/>
              </a:ext>
            </a:extLst>
          </p:cNvPr>
          <p:cNvSpPr txBox="1"/>
          <p:nvPr/>
        </p:nvSpPr>
        <p:spPr>
          <a:xfrm>
            <a:off x="3336924" y="5207000"/>
            <a:ext cx="1016000" cy="1524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ctr"/>
            <a:r>
              <a:rPr lang="ko-KR" altLang="en-US" sz="1000" b="1" dirty="0">
                <a:solidFill>
                  <a:srgbClr val="808080"/>
                </a:solidFill>
                <a:latin typeface="맑은 고딕"/>
                <a:ea typeface="맑은 고딕"/>
              </a:rPr>
              <a:t>자일로 휴가</a:t>
            </a:r>
          </a:p>
        </p:txBody>
      </p:sp>
    </p:spTree>
    <p:extLst>
      <p:ext uri="{BB962C8B-B14F-4D97-AF65-F5344CB8AC3E}">
        <p14:creationId xmlns:p14="http://schemas.microsoft.com/office/powerpoint/2010/main" val="30633818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1CCBFB46-F628-4166-950F-01AE26B69DD7}"/>
              </a:ext>
            </a:extLst>
          </p:cNvPr>
          <p:cNvSpPr/>
          <p:nvPr/>
        </p:nvSpPr>
        <p:spPr>
          <a:xfrm>
            <a:off x="508000" y="762000"/>
            <a:ext cx="11176000" cy="12700"/>
          </a:xfrm>
          <a:prstGeom prst="rect">
            <a:avLst/>
          </a:prstGeom>
          <a:solidFill>
            <a:srgbClr val="E5E2D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95F69C-ACB1-4748-A1B8-F78F0E557661}"/>
              </a:ext>
            </a:extLst>
          </p:cNvPr>
          <p:cNvSpPr txBox="1"/>
          <p:nvPr/>
        </p:nvSpPr>
        <p:spPr>
          <a:xfrm>
            <a:off x="508000" y="990600"/>
            <a:ext cx="1778000" cy="120032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sz="7200" b="1" dirty="0">
                <a:solidFill>
                  <a:srgbClr val="1A1A1A"/>
                </a:solidFill>
                <a:latin typeface="Inter"/>
              </a:rPr>
              <a:t>11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FAA051-4B75-4D04-91D0-F268EEA95DB0}"/>
              </a:ext>
            </a:extLst>
          </p:cNvPr>
          <p:cNvSpPr txBox="1"/>
          <p:nvPr/>
        </p:nvSpPr>
        <p:spPr>
          <a:xfrm>
            <a:off x="2133600" y="1219200"/>
            <a:ext cx="20320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 b="1">
                <a:solidFill>
                  <a:srgbClr val="1A1A1A"/>
                </a:solidFill>
                <a:latin typeface="Inter"/>
              </a:rPr>
              <a:t>NOVEMBER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892AC7-CD3E-409B-A423-72C9668EE2D6}"/>
              </a:ext>
            </a:extLst>
          </p:cNvPr>
          <p:cNvSpPr txBox="1"/>
          <p:nvPr/>
        </p:nvSpPr>
        <p:spPr>
          <a:xfrm>
            <a:off x="2133600" y="1625600"/>
            <a:ext cx="2540000" cy="27699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200" dirty="0">
                <a:solidFill>
                  <a:srgbClr val="8A8A8A"/>
                </a:solidFill>
                <a:latin typeface="Inter"/>
              </a:rPr>
              <a:t>십일월 · 202</a:t>
            </a:r>
            <a:r>
              <a:rPr lang="en-US" altLang="ko-KR" sz="1200" dirty="0">
                <a:solidFill>
                  <a:srgbClr val="8A8A8A"/>
                </a:solidFill>
                <a:latin typeface="Inter"/>
              </a:rPr>
              <a:t>5</a:t>
            </a:r>
            <a:endParaRPr lang="ko-KR" altLang="en-US" sz="1200" dirty="0">
              <a:solidFill>
                <a:srgbClr val="8A8A8A"/>
              </a:solidFill>
              <a:latin typeface="Inter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C6F63E-9566-4CCC-AA7D-E3612F368265}"/>
              </a:ext>
            </a:extLst>
          </p:cNvPr>
          <p:cNvSpPr txBox="1"/>
          <p:nvPr/>
        </p:nvSpPr>
        <p:spPr>
          <a:xfrm>
            <a:off x="508000" y="2540000"/>
            <a:ext cx="1052285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000" b="1">
                <a:solidFill>
                  <a:srgbClr val="B85042"/>
                </a:solidFill>
                <a:latin typeface="Inter"/>
              </a:rPr>
              <a:t>S</a:t>
            </a:r>
            <a:endParaRPr lang="ko-KR" altLang="en-US" sz="1000" b="1">
              <a:solidFill>
                <a:srgbClr val="B85042"/>
              </a:solidFill>
              <a:latin typeface="Inter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5D9ED27-74B7-4510-88D5-AF9BFF75C24E}"/>
              </a:ext>
            </a:extLst>
          </p:cNvPr>
          <p:cNvSpPr txBox="1"/>
          <p:nvPr/>
        </p:nvSpPr>
        <p:spPr>
          <a:xfrm>
            <a:off x="1560285" y="2540000"/>
            <a:ext cx="1052285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000" b="1">
                <a:solidFill>
                  <a:srgbClr val="8A8A8A"/>
                </a:solidFill>
                <a:latin typeface="Inter"/>
              </a:rPr>
              <a:t>M</a:t>
            </a:r>
            <a:endParaRPr lang="ko-KR" altLang="en-US" sz="1000" b="1">
              <a:solidFill>
                <a:srgbClr val="8A8A8A"/>
              </a:solidFill>
              <a:latin typeface="Inter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E5584F6-B33F-4BAA-ACE7-3BEEED795352}"/>
              </a:ext>
            </a:extLst>
          </p:cNvPr>
          <p:cNvSpPr txBox="1"/>
          <p:nvPr/>
        </p:nvSpPr>
        <p:spPr>
          <a:xfrm>
            <a:off x="2612571" y="2540000"/>
            <a:ext cx="1052285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000" b="1">
                <a:solidFill>
                  <a:srgbClr val="8A8A8A"/>
                </a:solidFill>
                <a:latin typeface="Inter"/>
              </a:rPr>
              <a:t>T</a:t>
            </a:r>
            <a:endParaRPr lang="ko-KR" altLang="en-US" sz="1000" b="1">
              <a:solidFill>
                <a:srgbClr val="8A8A8A"/>
              </a:solidFill>
              <a:latin typeface="Inter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540B7E5-A894-4CDC-8FB2-6552C170A3C3}"/>
              </a:ext>
            </a:extLst>
          </p:cNvPr>
          <p:cNvSpPr txBox="1"/>
          <p:nvPr/>
        </p:nvSpPr>
        <p:spPr>
          <a:xfrm>
            <a:off x="3664857" y="2540000"/>
            <a:ext cx="1052285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000" b="1">
                <a:solidFill>
                  <a:srgbClr val="8A8A8A"/>
                </a:solidFill>
                <a:latin typeface="Inter"/>
              </a:rPr>
              <a:t>W</a:t>
            </a:r>
            <a:endParaRPr lang="ko-KR" altLang="en-US" sz="1000" b="1">
              <a:solidFill>
                <a:srgbClr val="8A8A8A"/>
              </a:solidFill>
              <a:latin typeface="Inter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213DCAE-591D-4430-A5C9-BDB43F6EB33B}"/>
              </a:ext>
            </a:extLst>
          </p:cNvPr>
          <p:cNvSpPr txBox="1"/>
          <p:nvPr/>
        </p:nvSpPr>
        <p:spPr>
          <a:xfrm>
            <a:off x="4717142" y="2540000"/>
            <a:ext cx="1052285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000" b="1">
                <a:solidFill>
                  <a:srgbClr val="8A8A8A"/>
                </a:solidFill>
                <a:latin typeface="Inter"/>
              </a:rPr>
              <a:t>T</a:t>
            </a:r>
            <a:endParaRPr lang="ko-KR" altLang="en-US" sz="1000" b="1">
              <a:solidFill>
                <a:srgbClr val="8A8A8A"/>
              </a:solidFill>
              <a:latin typeface="Inter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B2539D-CE6C-4AF3-9614-B1D71C067188}"/>
              </a:ext>
            </a:extLst>
          </p:cNvPr>
          <p:cNvSpPr txBox="1"/>
          <p:nvPr/>
        </p:nvSpPr>
        <p:spPr>
          <a:xfrm>
            <a:off x="5769428" y="2540000"/>
            <a:ext cx="1052285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000" b="1">
                <a:solidFill>
                  <a:srgbClr val="8A8A8A"/>
                </a:solidFill>
                <a:latin typeface="Inter"/>
              </a:rPr>
              <a:t>F</a:t>
            </a:r>
            <a:endParaRPr lang="ko-KR" altLang="en-US" sz="1000" b="1">
              <a:solidFill>
                <a:srgbClr val="8A8A8A"/>
              </a:solidFill>
              <a:latin typeface="Inter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AC5FFDA-68A4-45DC-B7BD-2B3562C05E71}"/>
              </a:ext>
            </a:extLst>
          </p:cNvPr>
          <p:cNvSpPr txBox="1"/>
          <p:nvPr/>
        </p:nvSpPr>
        <p:spPr>
          <a:xfrm>
            <a:off x="6821714" y="2540000"/>
            <a:ext cx="1052285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000" b="1">
                <a:solidFill>
                  <a:srgbClr val="B85042"/>
                </a:solidFill>
                <a:latin typeface="Inter"/>
              </a:rPr>
              <a:t>S</a:t>
            </a:r>
            <a:endParaRPr lang="ko-KR" altLang="en-US" sz="1000" b="1">
              <a:solidFill>
                <a:srgbClr val="B85042"/>
              </a:solidFill>
              <a:latin typeface="Inter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FFB9CB0-7D62-4297-8E4A-DEAA0E39E608}"/>
              </a:ext>
            </a:extLst>
          </p:cNvPr>
          <p:cNvSpPr/>
          <p:nvPr/>
        </p:nvSpPr>
        <p:spPr>
          <a:xfrm>
            <a:off x="508000" y="2844800"/>
            <a:ext cx="7366000" cy="12700"/>
          </a:xfrm>
          <a:prstGeom prst="rect">
            <a:avLst/>
          </a:prstGeom>
          <a:solidFill>
            <a:srgbClr val="E5E2D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C622A30-7400-424B-AE0B-58FC221DBB67}"/>
              </a:ext>
            </a:extLst>
          </p:cNvPr>
          <p:cNvSpPr txBox="1"/>
          <p:nvPr/>
        </p:nvSpPr>
        <p:spPr>
          <a:xfrm>
            <a:off x="5769428" y="2895600"/>
            <a:ext cx="1001485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r>
              <a:rPr lang="en-US" altLang="ko-KR" sz="1400">
                <a:solidFill>
                  <a:srgbClr val="1A1A1A"/>
                </a:solidFill>
                <a:latin typeface="Inter"/>
              </a:rPr>
              <a:t>6</a:t>
            </a:r>
            <a:endParaRPr sz="1400">
              <a:solidFill>
                <a:srgbClr val="1A1A1A"/>
              </a:solidFill>
              <a:latin typeface="Inter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7D8A3DA-2539-44ED-868E-B702BE652A32}"/>
              </a:ext>
            </a:extLst>
          </p:cNvPr>
          <p:cNvSpPr txBox="1"/>
          <p:nvPr/>
        </p:nvSpPr>
        <p:spPr>
          <a:xfrm>
            <a:off x="6821714" y="2895600"/>
            <a:ext cx="1001485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altLang="ko-KR" sz="1400">
                <a:solidFill>
                  <a:srgbClr val="1A1A1A"/>
                </a:solidFill>
                <a:latin typeface="Inter"/>
              </a:rPr>
              <a:t>7</a:t>
            </a:r>
            <a:endParaRPr lang="ko-KR" sz="140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8CCB1D5-C9B5-44CD-9A20-FB4E4C5D5229}"/>
              </a:ext>
            </a:extLst>
          </p:cNvPr>
          <p:cNvSpPr txBox="1"/>
          <p:nvPr/>
        </p:nvSpPr>
        <p:spPr>
          <a:xfrm>
            <a:off x="508000" y="3530600"/>
            <a:ext cx="1001485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altLang="ko-KR" sz="1400">
                <a:solidFill>
                  <a:srgbClr val="1A1A1A"/>
                </a:solidFill>
                <a:latin typeface="Inter"/>
              </a:rPr>
              <a:t>8</a:t>
            </a:r>
            <a:endParaRPr lang="ko-KR" sz="140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84D1275-B450-4C1D-B7D8-9291DE06F2E5}"/>
              </a:ext>
            </a:extLst>
          </p:cNvPr>
          <p:cNvSpPr txBox="1"/>
          <p:nvPr/>
        </p:nvSpPr>
        <p:spPr>
          <a:xfrm>
            <a:off x="1560285" y="3530600"/>
            <a:ext cx="1001485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altLang="ko-KR" sz="1400">
                <a:solidFill>
                  <a:srgbClr val="1A1A1A"/>
                </a:solidFill>
                <a:latin typeface="Inter"/>
              </a:rPr>
              <a:t>9</a:t>
            </a:r>
            <a:endParaRPr lang="ko-KR" sz="140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94DEAAE-66D3-4908-8708-33EBF5B6C3A5}"/>
              </a:ext>
            </a:extLst>
          </p:cNvPr>
          <p:cNvSpPr txBox="1"/>
          <p:nvPr/>
        </p:nvSpPr>
        <p:spPr>
          <a:xfrm>
            <a:off x="2612571" y="3530600"/>
            <a:ext cx="1001485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altLang="ko-KR" sz="1400">
                <a:solidFill>
                  <a:srgbClr val="1A1A1A"/>
                </a:solidFill>
                <a:latin typeface="Inter"/>
              </a:rPr>
              <a:t>10</a:t>
            </a:r>
            <a:endParaRPr lang="ko-KR" sz="140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CF19C4A-DE31-4D05-8F41-7396CA67EDE7}"/>
              </a:ext>
            </a:extLst>
          </p:cNvPr>
          <p:cNvSpPr txBox="1"/>
          <p:nvPr/>
        </p:nvSpPr>
        <p:spPr>
          <a:xfrm>
            <a:off x="3664857" y="3530600"/>
            <a:ext cx="1001485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altLang="ko-KR" sz="1400">
                <a:solidFill>
                  <a:srgbClr val="1A1A1A"/>
                </a:solidFill>
                <a:latin typeface="Inter"/>
              </a:rPr>
              <a:t>11</a:t>
            </a:r>
            <a:endParaRPr lang="ko-KR" sz="140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12A93F4-C800-49B1-8F6D-2CD4869105BB}"/>
              </a:ext>
            </a:extLst>
          </p:cNvPr>
          <p:cNvSpPr txBox="1"/>
          <p:nvPr/>
        </p:nvSpPr>
        <p:spPr>
          <a:xfrm>
            <a:off x="4717142" y="3530600"/>
            <a:ext cx="1001485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altLang="ko-KR" sz="1400">
                <a:solidFill>
                  <a:srgbClr val="1A1A1A"/>
                </a:solidFill>
                <a:latin typeface="Inter"/>
              </a:rPr>
              <a:t>12</a:t>
            </a:r>
            <a:endParaRPr lang="ko-KR" sz="140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0BEA82F-8325-40B2-B4F1-CE2C5FF5734E}"/>
              </a:ext>
            </a:extLst>
          </p:cNvPr>
          <p:cNvSpPr txBox="1"/>
          <p:nvPr/>
        </p:nvSpPr>
        <p:spPr>
          <a:xfrm>
            <a:off x="5769428" y="3530600"/>
            <a:ext cx="1001485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altLang="ko-KR" sz="1400">
                <a:solidFill>
                  <a:srgbClr val="1A1A1A"/>
                </a:solidFill>
                <a:latin typeface="Inter"/>
              </a:rPr>
              <a:t>13</a:t>
            </a:r>
            <a:endParaRPr lang="ko-KR" sz="140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CF6AD64-3CA3-4B76-9954-4D9B31CEBE84}"/>
              </a:ext>
            </a:extLst>
          </p:cNvPr>
          <p:cNvSpPr txBox="1"/>
          <p:nvPr/>
        </p:nvSpPr>
        <p:spPr>
          <a:xfrm>
            <a:off x="6821714" y="3530600"/>
            <a:ext cx="1001485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altLang="ko-KR" sz="1400">
                <a:solidFill>
                  <a:srgbClr val="1A1A1A"/>
                </a:solidFill>
                <a:latin typeface="Inter"/>
              </a:rPr>
              <a:t>14</a:t>
            </a:r>
            <a:endParaRPr lang="ko-KR" sz="140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60F6018-24A9-4604-9A8E-D44B5F843D4E}"/>
              </a:ext>
            </a:extLst>
          </p:cNvPr>
          <p:cNvSpPr txBox="1"/>
          <p:nvPr/>
        </p:nvSpPr>
        <p:spPr>
          <a:xfrm>
            <a:off x="508000" y="4165600"/>
            <a:ext cx="1001485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altLang="ko-KR" sz="1400">
                <a:solidFill>
                  <a:srgbClr val="1A1A1A"/>
                </a:solidFill>
                <a:latin typeface="Inter"/>
              </a:rPr>
              <a:t>15</a:t>
            </a:r>
            <a:endParaRPr lang="ko-KR" sz="140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0EF6A60-8656-47AA-A8FF-30A141DF226B}"/>
              </a:ext>
            </a:extLst>
          </p:cNvPr>
          <p:cNvSpPr txBox="1"/>
          <p:nvPr/>
        </p:nvSpPr>
        <p:spPr>
          <a:xfrm>
            <a:off x="1560285" y="4165600"/>
            <a:ext cx="1001485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altLang="ko-KR" sz="1400">
                <a:solidFill>
                  <a:srgbClr val="1A1A1A"/>
                </a:solidFill>
                <a:latin typeface="Inter"/>
              </a:rPr>
              <a:t>16</a:t>
            </a:r>
            <a:endParaRPr lang="ko-KR" sz="140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CC2D42E-2F8B-484A-8D4F-959DA8A35BC5}"/>
              </a:ext>
            </a:extLst>
          </p:cNvPr>
          <p:cNvSpPr txBox="1"/>
          <p:nvPr/>
        </p:nvSpPr>
        <p:spPr>
          <a:xfrm>
            <a:off x="2612571" y="4165600"/>
            <a:ext cx="1001485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altLang="ko-KR" sz="1400">
                <a:solidFill>
                  <a:srgbClr val="1A1A1A"/>
                </a:solidFill>
                <a:latin typeface="Inter"/>
              </a:rPr>
              <a:t>17</a:t>
            </a:r>
            <a:endParaRPr lang="ko-KR" sz="140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CF3A6B4-90CA-4FEE-8382-74F73D6D1E34}"/>
              </a:ext>
            </a:extLst>
          </p:cNvPr>
          <p:cNvSpPr txBox="1"/>
          <p:nvPr/>
        </p:nvSpPr>
        <p:spPr>
          <a:xfrm>
            <a:off x="3664857" y="4165600"/>
            <a:ext cx="1001485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altLang="ko-KR" sz="1400">
                <a:solidFill>
                  <a:srgbClr val="1A1A1A"/>
                </a:solidFill>
                <a:latin typeface="Inter"/>
              </a:rPr>
              <a:t>18</a:t>
            </a:r>
            <a:endParaRPr lang="ko-KR" sz="140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805C889-2CA7-418F-AE06-4954E9F9B914}"/>
              </a:ext>
            </a:extLst>
          </p:cNvPr>
          <p:cNvSpPr txBox="1"/>
          <p:nvPr/>
        </p:nvSpPr>
        <p:spPr>
          <a:xfrm>
            <a:off x="4717142" y="4165600"/>
            <a:ext cx="1001485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altLang="ko-KR" sz="1400">
                <a:solidFill>
                  <a:srgbClr val="1A1A1A"/>
                </a:solidFill>
                <a:latin typeface="Inter"/>
              </a:rPr>
              <a:t>19</a:t>
            </a:r>
            <a:endParaRPr lang="ko-KR" sz="140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DF6C4CD-284D-414C-9F92-CB38ECFB42FB}"/>
              </a:ext>
            </a:extLst>
          </p:cNvPr>
          <p:cNvSpPr txBox="1"/>
          <p:nvPr/>
        </p:nvSpPr>
        <p:spPr>
          <a:xfrm>
            <a:off x="5769428" y="4165600"/>
            <a:ext cx="1001485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altLang="ko-KR" sz="1400">
                <a:solidFill>
                  <a:srgbClr val="1A1A1A"/>
                </a:solidFill>
                <a:latin typeface="Inter"/>
              </a:rPr>
              <a:t>20</a:t>
            </a:r>
            <a:endParaRPr lang="ko-KR" sz="140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3450B93-2132-440E-8625-4277D8A4164B}"/>
              </a:ext>
            </a:extLst>
          </p:cNvPr>
          <p:cNvSpPr txBox="1"/>
          <p:nvPr/>
        </p:nvSpPr>
        <p:spPr>
          <a:xfrm>
            <a:off x="6821714" y="4165600"/>
            <a:ext cx="1001485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altLang="ko-KR" sz="1400" b="1">
                <a:solidFill>
                  <a:srgbClr val="1A1A1A"/>
                </a:solidFill>
                <a:latin typeface="Inter"/>
              </a:rPr>
              <a:t>21</a:t>
            </a:r>
            <a:endParaRPr lang="ko-KR" sz="1400" b="1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88014A8-5C51-409F-90E3-FC98857B6219}"/>
              </a:ext>
            </a:extLst>
          </p:cNvPr>
          <p:cNvSpPr txBox="1"/>
          <p:nvPr/>
        </p:nvSpPr>
        <p:spPr>
          <a:xfrm>
            <a:off x="508000" y="4800600"/>
            <a:ext cx="1001485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altLang="ko-KR" sz="1400">
                <a:solidFill>
                  <a:srgbClr val="1A1A1A"/>
                </a:solidFill>
                <a:latin typeface="Inter"/>
              </a:rPr>
              <a:t>22</a:t>
            </a:r>
            <a:endParaRPr lang="ko-KR" sz="140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40069D2-EAA7-495D-B0EC-41CC8E20A3AE}"/>
              </a:ext>
            </a:extLst>
          </p:cNvPr>
          <p:cNvSpPr txBox="1"/>
          <p:nvPr/>
        </p:nvSpPr>
        <p:spPr>
          <a:xfrm>
            <a:off x="1560285" y="4800600"/>
            <a:ext cx="1001485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altLang="ko-KR" sz="1400">
                <a:solidFill>
                  <a:srgbClr val="1A1A1A"/>
                </a:solidFill>
                <a:latin typeface="Inter"/>
              </a:rPr>
              <a:t>23</a:t>
            </a:r>
            <a:endParaRPr lang="ko-KR" sz="140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21E1108-503D-469C-93E7-DAB2631D730E}"/>
              </a:ext>
            </a:extLst>
          </p:cNvPr>
          <p:cNvSpPr txBox="1"/>
          <p:nvPr/>
        </p:nvSpPr>
        <p:spPr>
          <a:xfrm>
            <a:off x="2612571" y="4800600"/>
            <a:ext cx="1001485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altLang="ko-KR" sz="1400">
                <a:solidFill>
                  <a:srgbClr val="1A1A1A"/>
                </a:solidFill>
                <a:latin typeface="Inter"/>
              </a:rPr>
              <a:t>24</a:t>
            </a:r>
            <a:endParaRPr lang="ko-KR" sz="140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864CEB2-98BD-4464-93D9-348EE39830C9}"/>
              </a:ext>
            </a:extLst>
          </p:cNvPr>
          <p:cNvSpPr txBox="1"/>
          <p:nvPr/>
        </p:nvSpPr>
        <p:spPr>
          <a:xfrm>
            <a:off x="3664857" y="4800600"/>
            <a:ext cx="1001485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altLang="ko-KR" sz="1400">
                <a:solidFill>
                  <a:srgbClr val="1A1A1A"/>
                </a:solidFill>
                <a:latin typeface="Inter"/>
              </a:rPr>
              <a:t>25</a:t>
            </a:r>
            <a:endParaRPr lang="ko-KR" sz="140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A80C107-121A-4384-AAC3-CF2509BDBF66}"/>
              </a:ext>
            </a:extLst>
          </p:cNvPr>
          <p:cNvSpPr txBox="1"/>
          <p:nvPr/>
        </p:nvSpPr>
        <p:spPr>
          <a:xfrm>
            <a:off x="4717142" y="4800600"/>
            <a:ext cx="1001485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altLang="ko-KR" sz="1400">
                <a:solidFill>
                  <a:srgbClr val="1A1A1A"/>
                </a:solidFill>
                <a:latin typeface="Inter"/>
              </a:rPr>
              <a:t>26</a:t>
            </a:r>
            <a:endParaRPr lang="ko-KR" sz="140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FAE2A89-C090-49A8-A587-81A7F03A6A30}"/>
              </a:ext>
            </a:extLst>
          </p:cNvPr>
          <p:cNvSpPr txBox="1"/>
          <p:nvPr/>
        </p:nvSpPr>
        <p:spPr>
          <a:xfrm>
            <a:off x="5769428" y="4800600"/>
            <a:ext cx="1001485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altLang="ko-KR" sz="1400">
                <a:solidFill>
                  <a:srgbClr val="1A1A1A"/>
                </a:solidFill>
                <a:latin typeface="Inter"/>
              </a:rPr>
              <a:t>27</a:t>
            </a:r>
            <a:endParaRPr lang="ko-KR" sz="140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9E83C54-86A7-472D-9698-BA32BAAD77FA}"/>
              </a:ext>
            </a:extLst>
          </p:cNvPr>
          <p:cNvSpPr txBox="1"/>
          <p:nvPr/>
        </p:nvSpPr>
        <p:spPr>
          <a:xfrm>
            <a:off x="6821714" y="4800600"/>
            <a:ext cx="1001485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altLang="ko-KR" sz="1400">
                <a:solidFill>
                  <a:srgbClr val="1A1A1A"/>
                </a:solidFill>
                <a:latin typeface="Inter"/>
              </a:rPr>
              <a:t>28</a:t>
            </a:r>
            <a:endParaRPr lang="ko-KR" sz="140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44273F7-F1B9-4C5C-B1A2-D8F5081F9C02}"/>
              </a:ext>
            </a:extLst>
          </p:cNvPr>
          <p:cNvSpPr txBox="1"/>
          <p:nvPr/>
        </p:nvSpPr>
        <p:spPr>
          <a:xfrm>
            <a:off x="508000" y="5435600"/>
            <a:ext cx="1001485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altLang="ko-KR" sz="1400">
                <a:solidFill>
                  <a:srgbClr val="1A1A1A"/>
                </a:solidFill>
                <a:latin typeface="Inter"/>
              </a:rPr>
              <a:t>29</a:t>
            </a:r>
            <a:endParaRPr lang="ko-KR" sz="140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B1EE7D4-070D-49D4-8C70-7F0F2CAC6E84}"/>
              </a:ext>
            </a:extLst>
          </p:cNvPr>
          <p:cNvSpPr txBox="1"/>
          <p:nvPr/>
        </p:nvSpPr>
        <p:spPr>
          <a:xfrm>
            <a:off x="1560285" y="5435600"/>
            <a:ext cx="1001485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altLang="ko-KR" sz="1400">
                <a:solidFill>
                  <a:srgbClr val="1A1A1A"/>
                </a:solidFill>
                <a:latin typeface="Inter"/>
              </a:rPr>
              <a:t>30</a:t>
            </a:r>
            <a:endParaRPr lang="ko-KR" sz="140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AE7FFB3-3D20-499B-B533-1A8DB7C8C671}"/>
              </a:ext>
            </a:extLst>
          </p:cNvPr>
          <p:cNvSpPr txBox="1"/>
          <p:nvPr/>
        </p:nvSpPr>
        <p:spPr>
          <a:xfrm>
            <a:off x="2612571" y="5435600"/>
            <a:ext cx="1001485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1200"/>
              </a:lnSpc>
            </a:pPr>
            <a:endParaRPr lang="ko-KR" sz="140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9F15B70-D45A-4134-BA41-4A4C5FE27EA3}"/>
              </a:ext>
            </a:extLst>
          </p:cNvPr>
          <p:cNvSpPr txBox="1"/>
          <p:nvPr/>
        </p:nvSpPr>
        <p:spPr>
          <a:xfrm>
            <a:off x="3664857" y="5435600"/>
            <a:ext cx="1001485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1200"/>
              </a:lnSpc>
            </a:pPr>
            <a:endParaRPr lang="ko-KR" sz="140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19805BF-C4FA-4EF5-AF4E-4024848FD8EF}"/>
              </a:ext>
            </a:extLst>
          </p:cNvPr>
          <p:cNvSpPr txBox="1"/>
          <p:nvPr/>
        </p:nvSpPr>
        <p:spPr>
          <a:xfrm>
            <a:off x="4717142" y="5435600"/>
            <a:ext cx="1001485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1200"/>
              </a:lnSpc>
            </a:pPr>
            <a:endParaRPr lang="ko-KR" sz="140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A35ED5B-E388-471B-916B-7E9E45A0E13D}"/>
              </a:ext>
            </a:extLst>
          </p:cNvPr>
          <p:cNvSpPr txBox="1"/>
          <p:nvPr/>
        </p:nvSpPr>
        <p:spPr>
          <a:xfrm>
            <a:off x="5769428" y="5435600"/>
            <a:ext cx="1001485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1200"/>
              </a:lnSpc>
            </a:pPr>
            <a:endParaRPr lang="ko-KR" sz="140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0330A66-E2DD-4833-8DEB-3D296DF5A4CE}"/>
              </a:ext>
            </a:extLst>
          </p:cNvPr>
          <p:cNvSpPr txBox="1"/>
          <p:nvPr/>
        </p:nvSpPr>
        <p:spPr>
          <a:xfrm>
            <a:off x="6821714" y="5435600"/>
            <a:ext cx="1001485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1200"/>
              </a:lnSpc>
            </a:pPr>
            <a:endParaRPr lang="ko-KR" sz="140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DFFFBAA-0FBD-41F9-8988-5A8FC28B0B8B}"/>
              </a:ext>
            </a:extLst>
          </p:cNvPr>
          <p:cNvSpPr txBox="1"/>
          <p:nvPr/>
        </p:nvSpPr>
        <p:spPr>
          <a:xfrm>
            <a:off x="508000" y="6070600"/>
            <a:ext cx="1001485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1200"/>
              </a:lnSpc>
            </a:pPr>
            <a:endParaRPr lang="ko-KR" sz="140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6F4C1D32-06BA-493B-9369-FC86EC7D9C3B}"/>
              </a:ext>
            </a:extLst>
          </p:cNvPr>
          <p:cNvSpPr/>
          <p:nvPr/>
        </p:nvSpPr>
        <p:spPr>
          <a:xfrm>
            <a:off x="8382000" y="1016000"/>
            <a:ext cx="12700" cy="5334000"/>
          </a:xfrm>
          <a:prstGeom prst="rect">
            <a:avLst/>
          </a:prstGeom>
          <a:solidFill>
            <a:srgbClr val="E5E2D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EE4A1D2-15D9-4057-B2B2-63F228E46B3C}"/>
              </a:ext>
            </a:extLst>
          </p:cNvPr>
          <p:cNvSpPr txBox="1"/>
          <p:nvPr/>
        </p:nvSpPr>
        <p:spPr>
          <a:xfrm>
            <a:off x="8763000" y="1219200"/>
            <a:ext cx="2921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100" b="1">
                <a:solidFill>
                  <a:srgbClr val="8A8A8A"/>
                </a:solidFill>
                <a:latin typeface="Inter"/>
              </a:rPr>
              <a:t>UPCOMING</a:t>
            </a:r>
            <a:endParaRPr lang="ko-KR" altLang="en-US" sz="1100" b="1">
              <a:solidFill>
                <a:srgbClr val="8A8A8A"/>
              </a:solidFill>
              <a:latin typeface="Inter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62EE02A-2BA6-4A3C-A83F-5C8C391F9359}"/>
              </a:ext>
            </a:extLst>
          </p:cNvPr>
          <p:cNvSpPr txBox="1"/>
          <p:nvPr/>
        </p:nvSpPr>
        <p:spPr>
          <a:xfrm>
            <a:off x="8763000" y="1473200"/>
            <a:ext cx="2921000" cy="4001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2000" b="1">
                <a:solidFill>
                  <a:srgbClr val="1A1A1A"/>
                </a:solidFill>
                <a:latin typeface="Inter"/>
              </a:rPr>
              <a:t>휴가 </a:t>
            </a:r>
            <a:r>
              <a:rPr lang="ko-KR" altLang="en-US" sz="2000" b="1" dirty="0">
                <a:solidFill>
                  <a:srgbClr val="1A1A1A"/>
                </a:solidFill>
                <a:latin typeface="Inter"/>
              </a:rPr>
              <a:t>일정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8A068B8-87DB-4D68-BC01-60D489327CEF}"/>
              </a:ext>
            </a:extLst>
          </p:cNvPr>
          <p:cNvSpPr txBox="1"/>
          <p:nvPr/>
        </p:nvSpPr>
        <p:spPr>
          <a:xfrm>
            <a:off x="8763000" y="2057400"/>
            <a:ext cx="558800" cy="28225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altLang="ko-KR" sz="2200" b="1">
                <a:solidFill>
                  <a:srgbClr val="C8553D"/>
                </a:solidFill>
                <a:latin typeface="Inter"/>
              </a:rPr>
              <a:t>09</a:t>
            </a:r>
            <a:endParaRPr lang="ko-KR" sz="2200" b="1" dirty="0">
              <a:solidFill>
                <a:srgbClr val="C8553D"/>
              </a:solidFill>
              <a:latin typeface="Inter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38203A4-5CAF-48C2-97E4-DA8D8627A459}"/>
              </a:ext>
            </a:extLst>
          </p:cNvPr>
          <p:cNvSpPr txBox="1"/>
          <p:nvPr/>
        </p:nvSpPr>
        <p:spPr>
          <a:xfrm>
            <a:off x="8763000" y="2463800"/>
            <a:ext cx="558800" cy="23820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altLang="ko-KR" sz="900">
                <a:solidFill>
                  <a:srgbClr val="8A8A8A"/>
                </a:solidFill>
                <a:latin typeface="Inter"/>
              </a:rPr>
              <a:t>MON</a:t>
            </a:r>
            <a:endParaRPr lang="ko-KR" sz="900" dirty="0">
              <a:solidFill>
                <a:srgbClr val="8A8A8A"/>
              </a:solidFill>
              <a:latin typeface="Inter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48FA39D-24FE-4CE1-9B13-9C2C485E8B4D}"/>
              </a:ext>
            </a:extLst>
          </p:cNvPr>
          <p:cNvSpPr txBox="1"/>
          <p:nvPr/>
        </p:nvSpPr>
        <p:spPr>
          <a:xfrm>
            <a:off x="9423400" y="2057400"/>
            <a:ext cx="2286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ko-KR" altLang="en-US" sz="1300" b="1">
                <a:solidFill>
                  <a:srgbClr val="1A1A1A"/>
                </a:solidFill>
                <a:latin typeface="Inter"/>
              </a:rPr>
              <a:t>루미아  휴가</a:t>
            </a:r>
            <a:endParaRPr lang="ko-KR" sz="1300" b="1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0B6A705-896D-456B-9C5B-A62F49184695}"/>
              </a:ext>
            </a:extLst>
          </p:cNvPr>
          <p:cNvSpPr txBox="1"/>
          <p:nvPr/>
        </p:nvSpPr>
        <p:spPr>
          <a:xfrm>
            <a:off x="9423400" y="2311400"/>
            <a:ext cx="2286000" cy="24622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altLang="ko-KR" sz="1000">
                <a:solidFill>
                  <a:srgbClr val="8A8A8A"/>
                </a:solidFill>
                <a:latin typeface="Inter"/>
              </a:rPr>
              <a:t>11/9 (</a:t>
            </a:r>
            <a:r>
              <a:rPr lang="ko-KR" altLang="en-US" sz="1000">
                <a:solidFill>
                  <a:srgbClr val="8A8A8A"/>
                </a:solidFill>
                <a:latin typeface="Inter"/>
              </a:rPr>
              <a:t>월</a:t>
            </a:r>
            <a:r>
              <a:rPr lang="en-US" altLang="ko-KR" sz="1000">
                <a:solidFill>
                  <a:srgbClr val="8A8A8A"/>
                </a:solidFill>
                <a:latin typeface="Inter"/>
              </a:rPr>
              <a:t>) ~ 11/13 (</a:t>
            </a:r>
            <a:r>
              <a:rPr lang="ko-KR" altLang="en-US" sz="1000">
                <a:solidFill>
                  <a:srgbClr val="8A8A8A"/>
                </a:solidFill>
                <a:latin typeface="Inter"/>
              </a:rPr>
              <a:t>금</a:t>
            </a:r>
            <a:r>
              <a:rPr lang="en-US" altLang="ko-KR" sz="1000">
                <a:solidFill>
                  <a:srgbClr val="8A8A8A"/>
                </a:solidFill>
                <a:latin typeface="Inter"/>
              </a:rPr>
              <a:t>) · 5</a:t>
            </a:r>
            <a:r>
              <a:rPr lang="ko-KR" altLang="en-US" sz="1000">
                <a:solidFill>
                  <a:srgbClr val="8A8A8A"/>
                </a:solidFill>
                <a:latin typeface="Inter"/>
              </a:rPr>
              <a:t>일</a:t>
            </a:r>
            <a:endParaRPr lang="ko-KR" sz="1000" dirty="0">
              <a:solidFill>
                <a:srgbClr val="8A8A8A"/>
              </a:solidFill>
              <a:latin typeface="Inter"/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36C73F19-34B2-42FB-9520-3D401183E05C}"/>
              </a:ext>
            </a:extLst>
          </p:cNvPr>
          <p:cNvSpPr/>
          <p:nvPr/>
        </p:nvSpPr>
        <p:spPr>
          <a:xfrm>
            <a:off x="8763000" y="2870200"/>
            <a:ext cx="2921000" cy="12700"/>
          </a:xfrm>
          <a:prstGeom prst="rect">
            <a:avLst/>
          </a:prstGeom>
          <a:solidFill>
            <a:srgbClr val="E5E2D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ED09E57-8420-4D49-A1A2-4AADF1BB23C1}"/>
              </a:ext>
            </a:extLst>
          </p:cNvPr>
          <p:cNvSpPr txBox="1"/>
          <p:nvPr/>
        </p:nvSpPr>
        <p:spPr>
          <a:xfrm>
            <a:off x="8763000" y="3022600"/>
            <a:ext cx="558800" cy="28225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altLang="ko-KR" sz="2200" b="1">
                <a:solidFill>
                  <a:srgbClr val="C8553D"/>
                </a:solidFill>
                <a:latin typeface="Inter"/>
              </a:rPr>
              <a:t>20</a:t>
            </a:r>
            <a:endParaRPr lang="ko-KR" sz="2200" b="1" dirty="0">
              <a:solidFill>
                <a:srgbClr val="C8553D"/>
              </a:solidFill>
              <a:latin typeface="Inter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C0F5ECB-E67C-48D6-9E88-F4556597EC9D}"/>
              </a:ext>
            </a:extLst>
          </p:cNvPr>
          <p:cNvSpPr txBox="1"/>
          <p:nvPr/>
        </p:nvSpPr>
        <p:spPr>
          <a:xfrm>
            <a:off x="8763000" y="3429000"/>
            <a:ext cx="558800" cy="23820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altLang="ko-KR" sz="900">
                <a:solidFill>
                  <a:srgbClr val="8A8A8A"/>
                </a:solidFill>
                <a:latin typeface="Inter"/>
              </a:rPr>
              <a:t>FRI</a:t>
            </a:r>
            <a:endParaRPr lang="ko-KR" sz="900" dirty="0">
              <a:solidFill>
                <a:srgbClr val="8A8A8A"/>
              </a:solidFill>
              <a:latin typeface="Inter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30672A3-DE38-46AD-95E0-55E77A88335D}"/>
              </a:ext>
            </a:extLst>
          </p:cNvPr>
          <p:cNvSpPr txBox="1"/>
          <p:nvPr/>
        </p:nvSpPr>
        <p:spPr>
          <a:xfrm>
            <a:off x="9423400" y="3022600"/>
            <a:ext cx="2286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ko-KR" altLang="en-US" sz="1300" b="1">
                <a:solidFill>
                  <a:srgbClr val="1A1A1A"/>
                </a:solidFill>
                <a:latin typeface="Inter"/>
              </a:rPr>
              <a:t>코어  연차</a:t>
            </a:r>
            <a:endParaRPr lang="ko-KR" sz="1300" b="1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35E9C5E-F9AD-4ED9-81F1-DB90BF078FC2}"/>
              </a:ext>
            </a:extLst>
          </p:cNvPr>
          <p:cNvSpPr txBox="1"/>
          <p:nvPr/>
        </p:nvSpPr>
        <p:spPr>
          <a:xfrm>
            <a:off x="9423400" y="3276600"/>
            <a:ext cx="2286000" cy="24622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altLang="ko-KR" sz="1000">
                <a:solidFill>
                  <a:srgbClr val="8A8A8A"/>
                </a:solidFill>
                <a:latin typeface="Inter"/>
              </a:rPr>
              <a:t>11/20 (</a:t>
            </a:r>
            <a:r>
              <a:rPr lang="ko-KR" altLang="en-US" sz="1000">
                <a:solidFill>
                  <a:srgbClr val="8A8A8A"/>
                </a:solidFill>
                <a:latin typeface="Inter"/>
              </a:rPr>
              <a:t>금</a:t>
            </a:r>
            <a:r>
              <a:rPr lang="en-US" altLang="ko-KR" sz="1000">
                <a:solidFill>
                  <a:srgbClr val="8A8A8A"/>
                </a:solidFill>
                <a:latin typeface="Inter"/>
              </a:rPr>
              <a:t>) · 1</a:t>
            </a:r>
            <a:r>
              <a:rPr lang="ko-KR" altLang="en-US" sz="1000">
                <a:solidFill>
                  <a:srgbClr val="8A8A8A"/>
                </a:solidFill>
                <a:latin typeface="Inter"/>
              </a:rPr>
              <a:t>일</a:t>
            </a:r>
            <a:endParaRPr lang="ko-KR" sz="1000" dirty="0">
              <a:solidFill>
                <a:srgbClr val="8A8A8A"/>
              </a:solidFill>
              <a:latin typeface="Inter"/>
            </a:endParaRP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1E14E99E-3300-4197-9781-16573C696662}"/>
              </a:ext>
            </a:extLst>
          </p:cNvPr>
          <p:cNvSpPr/>
          <p:nvPr/>
        </p:nvSpPr>
        <p:spPr>
          <a:xfrm>
            <a:off x="8763000" y="3835400"/>
            <a:ext cx="2921000" cy="12700"/>
          </a:xfrm>
          <a:prstGeom prst="rect">
            <a:avLst/>
          </a:prstGeom>
          <a:solidFill>
            <a:srgbClr val="E5E2D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2720029-810E-4545-A2D7-201DC3FE851E}"/>
              </a:ext>
            </a:extLst>
          </p:cNvPr>
          <p:cNvSpPr txBox="1"/>
          <p:nvPr/>
        </p:nvSpPr>
        <p:spPr>
          <a:xfrm>
            <a:off x="8763000" y="3987800"/>
            <a:ext cx="558800" cy="28225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altLang="ko-KR" sz="2200" b="1">
                <a:solidFill>
                  <a:srgbClr val="C8553D"/>
                </a:solidFill>
                <a:latin typeface="Inter"/>
              </a:rPr>
              <a:t>27</a:t>
            </a:r>
            <a:endParaRPr lang="ko-KR" sz="2200" b="1" dirty="0">
              <a:solidFill>
                <a:srgbClr val="C8553D"/>
              </a:solidFill>
              <a:latin typeface="Inter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F46A742-A62E-4BE3-88B3-925DE3E04AEF}"/>
              </a:ext>
            </a:extLst>
          </p:cNvPr>
          <p:cNvSpPr txBox="1"/>
          <p:nvPr/>
        </p:nvSpPr>
        <p:spPr>
          <a:xfrm>
            <a:off x="8763000" y="4394200"/>
            <a:ext cx="558800" cy="23820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altLang="ko-KR" sz="900">
                <a:solidFill>
                  <a:srgbClr val="8A8A8A"/>
                </a:solidFill>
                <a:latin typeface="Inter"/>
              </a:rPr>
              <a:t>FRI</a:t>
            </a:r>
            <a:endParaRPr lang="ko-KR" sz="900" dirty="0">
              <a:solidFill>
                <a:srgbClr val="8A8A8A"/>
              </a:solidFill>
              <a:latin typeface="Inter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2EC649B-4297-4637-BFE3-7B53FBEFA842}"/>
              </a:ext>
            </a:extLst>
          </p:cNvPr>
          <p:cNvSpPr txBox="1"/>
          <p:nvPr/>
        </p:nvSpPr>
        <p:spPr>
          <a:xfrm>
            <a:off x="9423400" y="3987800"/>
            <a:ext cx="2286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ko-KR" altLang="en-US" sz="1300" b="1">
                <a:solidFill>
                  <a:srgbClr val="1A1A1A"/>
                </a:solidFill>
                <a:latin typeface="Inter"/>
              </a:rPr>
              <a:t>제로  반차</a:t>
            </a:r>
            <a:endParaRPr lang="ko-KR" sz="1300" b="1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16FE3F3-2172-45B4-B035-BB35B26ABB18}"/>
              </a:ext>
            </a:extLst>
          </p:cNvPr>
          <p:cNvSpPr txBox="1"/>
          <p:nvPr/>
        </p:nvSpPr>
        <p:spPr>
          <a:xfrm>
            <a:off x="9423400" y="4241800"/>
            <a:ext cx="2286000" cy="24622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altLang="ko-KR" sz="1000">
                <a:solidFill>
                  <a:srgbClr val="8A8A8A"/>
                </a:solidFill>
                <a:latin typeface="Inter"/>
              </a:rPr>
              <a:t>11/27 (</a:t>
            </a:r>
            <a:r>
              <a:rPr lang="ko-KR" altLang="en-US" sz="1000">
                <a:solidFill>
                  <a:srgbClr val="8A8A8A"/>
                </a:solidFill>
                <a:latin typeface="Inter"/>
              </a:rPr>
              <a:t>금</a:t>
            </a:r>
            <a:r>
              <a:rPr lang="en-US" altLang="ko-KR" sz="1000">
                <a:solidFill>
                  <a:srgbClr val="8A8A8A"/>
                </a:solidFill>
                <a:latin typeface="Inter"/>
              </a:rPr>
              <a:t>) </a:t>
            </a:r>
            <a:r>
              <a:rPr lang="ko-KR" altLang="en-US" sz="1000">
                <a:solidFill>
                  <a:srgbClr val="8A8A8A"/>
                </a:solidFill>
                <a:latin typeface="Inter"/>
              </a:rPr>
              <a:t>오후</a:t>
            </a:r>
            <a:endParaRPr lang="ko-KR" sz="1000" dirty="0">
              <a:solidFill>
                <a:srgbClr val="8A8A8A"/>
              </a:solidFill>
              <a:latin typeface="Inter"/>
            </a:endParaRP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6B44AF85-ACD6-412C-8F08-B69CCCA5E13E}"/>
              </a:ext>
            </a:extLst>
          </p:cNvPr>
          <p:cNvSpPr/>
          <p:nvPr/>
        </p:nvSpPr>
        <p:spPr>
          <a:xfrm>
            <a:off x="8763000" y="4800600"/>
            <a:ext cx="2921000" cy="12700"/>
          </a:xfrm>
          <a:prstGeom prst="rect">
            <a:avLst/>
          </a:prstGeom>
          <a:solidFill>
            <a:srgbClr val="E5E2D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C38B288-9816-48A2-804C-65BF6C64A805}"/>
              </a:ext>
            </a:extLst>
          </p:cNvPr>
          <p:cNvSpPr txBox="1"/>
          <p:nvPr/>
        </p:nvSpPr>
        <p:spPr>
          <a:xfrm>
            <a:off x="8763000" y="4953000"/>
            <a:ext cx="558800" cy="28225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1200"/>
              </a:lnSpc>
            </a:pPr>
            <a:endParaRPr lang="ko-KR" sz="2200" b="1" dirty="0">
              <a:solidFill>
                <a:srgbClr val="C8553D"/>
              </a:solidFill>
              <a:latin typeface="Inter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FA30BAC-3592-42C9-8596-5FBB4EEC69C3}"/>
              </a:ext>
            </a:extLst>
          </p:cNvPr>
          <p:cNvSpPr txBox="1"/>
          <p:nvPr/>
        </p:nvSpPr>
        <p:spPr>
          <a:xfrm>
            <a:off x="8763000" y="5359400"/>
            <a:ext cx="558800" cy="23820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1200"/>
              </a:lnSpc>
            </a:pPr>
            <a:endParaRPr lang="ko-KR" sz="900" dirty="0">
              <a:solidFill>
                <a:srgbClr val="8A8A8A"/>
              </a:solidFill>
              <a:latin typeface="Inter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8545993-292E-4F94-9215-7B837918E850}"/>
              </a:ext>
            </a:extLst>
          </p:cNvPr>
          <p:cNvSpPr txBox="1"/>
          <p:nvPr/>
        </p:nvSpPr>
        <p:spPr>
          <a:xfrm>
            <a:off x="9423400" y="4953000"/>
            <a:ext cx="2286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1200"/>
              </a:lnSpc>
            </a:pPr>
            <a:endParaRPr lang="ko-KR" sz="1300" b="1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9B6DD85-2878-410A-B0B9-2F50F9ADCD54}"/>
              </a:ext>
            </a:extLst>
          </p:cNvPr>
          <p:cNvSpPr txBox="1"/>
          <p:nvPr/>
        </p:nvSpPr>
        <p:spPr>
          <a:xfrm>
            <a:off x="9423400" y="5207000"/>
            <a:ext cx="2286000" cy="24622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1200"/>
              </a:lnSpc>
            </a:pPr>
            <a:endParaRPr lang="ko-KR" sz="1000" dirty="0">
              <a:solidFill>
                <a:srgbClr val="8A8A8A"/>
              </a:solidFill>
              <a:latin typeface="Inter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F4C5C0B4-97C8-4F9B-B0A5-BA9A87D8CAC7}"/>
              </a:ext>
            </a:extLst>
          </p:cNvPr>
          <p:cNvSpPr/>
          <p:nvPr/>
        </p:nvSpPr>
        <p:spPr>
          <a:xfrm>
            <a:off x="8763000" y="5765800"/>
            <a:ext cx="2921000" cy="12700"/>
          </a:xfrm>
          <a:prstGeom prst="rect">
            <a:avLst/>
          </a:prstGeom>
          <a:solidFill>
            <a:srgbClr val="E5E2D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F3F9F124-2422-4C6F-9BA1-1923D68A8349}"/>
              </a:ext>
            </a:extLst>
          </p:cNvPr>
          <p:cNvSpPr/>
          <p:nvPr/>
        </p:nvSpPr>
        <p:spPr>
          <a:xfrm>
            <a:off x="508000" y="6477000"/>
            <a:ext cx="11176000" cy="12700"/>
          </a:xfrm>
          <a:prstGeom prst="rect">
            <a:avLst/>
          </a:prstGeom>
          <a:solidFill>
            <a:srgbClr val="E5E2D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8948834-4B95-4872-A36E-F0519F7A2D8A}"/>
              </a:ext>
            </a:extLst>
          </p:cNvPr>
          <p:cNvSpPr txBox="1"/>
          <p:nvPr/>
        </p:nvSpPr>
        <p:spPr>
          <a:xfrm>
            <a:off x="508000" y="6578600"/>
            <a:ext cx="11176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900">
                <a:solidFill>
                  <a:srgbClr val="8A8A8A"/>
                </a:solidFill>
                <a:latin typeface="Inter"/>
              </a:rPr>
              <a:t>doroland.com  ·  Crafted with care</a:t>
            </a:r>
            <a:endParaRPr lang="ko-KR" altLang="en-US" sz="900">
              <a:solidFill>
                <a:srgbClr val="8A8A8A"/>
              </a:solidFill>
              <a:latin typeface="Inter"/>
            </a:endParaRP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74F2CEBE-F3CC-441E-B8BA-79004222DD85}"/>
              </a:ext>
            </a:extLst>
          </p:cNvPr>
          <p:cNvSpPr/>
          <p:nvPr/>
        </p:nvSpPr>
        <p:spPr>
          <a:xfrm>
            <a:off x="5816600" y="4597400"/>
            <a:ext cx="38100" cy="127000"/>
          </a:xfrm>
          <a:prstGeom prst="rect">
            <a:avLst/>
          </a:prstGeom>
          <a:solidFill>
            <a:srgbClr val="B589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D5E56DC9-701E-430B-B35E-C725E01F5B38}"/>
              </a:ext>
            </a:extLst>
          </p:cNvPr>
          <p:cNvSpPr txBox="1"/>
          <p:nvPr/>
        </p:nvSpPr>
        <p:spPr>
          <a:xfrm>
            <a:off x="5880100" y="4546600"/>
            <a:ext cx="925285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ko-KR" altLang="en-US" sz="900" b="1">
                <a:solidFill>
                  <a:srgbClr val="B5895A"/>
                </a:solidFill>
                <a:latin typeface="Inter"/>
              </a:rPr>
              <a:t>코어 연차</a:t>
            </a: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7ADE3905-6C7C-44AF-8B82-32BD8625C4F5}"/>
              </a:ext>
            </a:extLst>
          </p:cNvPr>
          <p:cNvSpPr/>
          <p:nvPr/>
        </p:nvSpPr>
        <p:spPr>
          <a:xfrm>
            <a:off x="5816600" y="5232400"/>
            <a:ext cx="38100" cy="127000"/>
          </a:xfrm>
          <a:prstGeom prst="rect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F3A9F438-1BEE-44DF-B66B-86685B59D049}"/>
              </a:ext>
            </a:extLst>
          </p:cNvPr>
          <p:cNvSpPr txBox="1"/>
          <p:nvPr/>
        </p:nvSpPr>
        <p:spPr>
          <a:xfrm>
            <a:off x="5880100" y="5181600"/>
            <a:ext cx="925285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ko-KR" altLang="en-US" sz="900" b="1">
                <a:solidFill>
                  <a:srgbClr val="E97132"/>
                </a:solidFill>
                <a:latin typeface="Inter"/>
              </a:rPr>
              <a:t>제로 반차</a:t>
            </a: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82DD332A-7C7F-4CFE-973F-B067E7CACB2D}"/>
              </a:ext>
            </a:extLst>
          </p:cNvPr>
          <p:cNvSpPr/>
          <p:nvPr/>
        </p:nvSpPr>
        <p:spPr>
          <a:xfrm>
            <a:off x="-1270000" y="-1168400"/>
            <a:ext cx="38100" cy="127000"/>
          </a:xfrm>
          <a:prstGeom prst="rect">
            <a:avLst/>
          </a:prstGeom>
          <a:solidFill>
            <a:srgbClr val="D4926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E017A210-B11E-46AD-8076-3BD18D1AA4F1}"/>
              </a:ext>
            </a:extLst>
          </p:cNvPr>
          <p:cNvSpPr txBox="1"/>
          <p:nvPr/>
        </p:nvSpPr>
        <p:spPr>
          <a:xfrm>
            <a:off x="-1270000" y="-1270000"/>
            <a:ext cx="925285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endParaRPr lang="ko-KR" altLang="en-US" sz="900" b="1">
              <a:solidFill>
                <a:srgbClr val="D4926A"/>
              </a:solidFill>
              <a:latin typeface="Inter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394AA8E-95D6-96D0-C7DE-F70CD9FF55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1350" y="145017"/>
            <a:ext cx="882650" cy="60880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C22B6B0-EA06-406F-B386-5132984BD604}"/>
              </a:ext>
            </a:extLst>
          </p:cNvPr>
          <p:cNvSpPr txBox="1"/>
          <p:nvPr/>
        </p:nvSpPr>
        <p:spPr>
          <a:xfrm>
            <a:off x="508000" y="2895600"/>
            <a:ext cx="10033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>
                <a:solidFill>
                  <a:srgbClr val="1A1A1A"/>
                </a:solidFill>
                <a:latin typeface="Inter"/>
              </a:rPr>
              <a:t>1</a:t>
            </a:r>
            <a:endParaRPr lang="ko-KR" altLang="en-US" sz="1400">
              <a:solidFill>
                <a:srgbClr val="1A1A1A"/>
              </a:solidFill>
              <a:latin typeface="Inter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B139E95-A7E5-4BEB-AE52-C2BF084BB667}"/>
              </a:ext>
            </a:extLst>
          </p:cNvPr>
          <p:cNvSpPr txBox="1"/>
          <p:nvPr/>
        </p:nvSpPr>
        <p:spPr>
          <a:xfrm>
            <a:off x="1562100" y="2895600"/>
            <a:ext cx="10033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>
                <a:solidFill>
                  <a:srgbClr val="1A1A1A"/>
                </a:solidFill>
                <a:latin typeface="Inter"/>
              </a:rPr>
              <a:t>2</a:t>
            </a:r>
            <a:endParaRPr lang="ko-KR" altLang="en-US" sz="1400">
              <a:solidFill>
                <a:srgbClr val="1A1A1A"/>
              </a:solidFill>
              <a:latin typeface="Inter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1FD5454-BDAB-4EAF-91FD-46D6377BDB45}"/>
              </a:ext>
            </a:extLst>
          </p:cNvPr>
          <p:cNvSpPr txBox="1"/>
          <p:nvPr/>
        </p:nvSpPr>
        <p:spPr>
          <a:xfrm>
            <a:off x="2616200" y="2895600"/>
            <a:ext cx="10033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>
                <a:solidFill>
                  <a:srgbClr val="1A1A1A"/>
                </a:solidFill>
                <a:latin typeface="Inter"/>
              </a:rPr>
              <a:t>3</a:t>
            </a:r>
            <a:endParaRPr lang="ko-KR" altLang="en-US" sz="1400">
              <a:solidFill>
                <a:srgbClr val="1A1A1A"/>
              </a:solidFill>
              <a:latin typeface="Inter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0F88BBCF-F833-4E8A-A45C-1C62199F6BAD}"/>
              </a:ext>
            </a:extLst>
          </p:cNvPr>
          <p:cNvSpPr txBox="1"/>
          <p:nvPr/>
        </p:nvSpPr>
        <p:spPr>
          <a:xfrm>
            <a:off x="3670300" y="2895600"/>
            <a:ext cx="10033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>
                <a:solidFill>
                  <a:srgbClr val="1A1A1A"/>
                </a:solidFill>
                <a:latin typeface="Inter"/>
              </a:rPr>
              <a:t>4</a:t>
            </a:r>
            <a:endParaRPr lang="ko-KR" altLang="en-US" sz="1400">
              <a:solidFill>
                <a:srgbClr val="1A1A1A"/>
              </a:solidFill>
              <a:latin typeface="Inter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CF6EA9E0-84B5-471D-8E5F-D04FADCA4E85}"/>
              </a:ext>
            </a:extLst>
          </p:cNvPr>
          <p:cNvSpPr txBox="1"/>
          <p:nvPr/>
        </p:nvSpPr>
        <p:spPr>
          <a:xfrm>
            <a:off x="4711700" y="2895600"/>
            <a:ext cx="10033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>
                <a:solidFill>
                  <a:srgbClr val="1A1A1A"/>
                </a:solidFill>
                <a:latin typeface="Inter"/>
              </a:rPr>
              <a:t>5</a:t>
            </a:r>
            <a:endParaRPr lang="ko-KR" altLang="en-US" sz="1400">
              <a:solidFill>
                <a:srgbClr val="1A1A1A"/>
              </a:solidFill>
              <a:latin typeface="Inter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BDFDF5C-E451-62A6-2E79-626C60121535}"/>
              </a:ext>
            </a:extLst>
          </p:cNvPr>
          <p:cNvSpPr txBox="1"/>
          <p:nvPr/>
        </p:nvSpPr>
        <p:spPr>
          <a:xfrm>
            <a:off x="507999" y="355600"/>
            <a:ext cx="3749675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 b="1" dirty="0">
                <a:solidFill>
                  <a:srgbClr val="C8553D"/>
                </a:solidFill>
                <a:latin typeface="Inter"/>
              </a:rPr>
              <a:t>DOROLAND</a:t>
            </a:r>
            <a:r>
              <a:rPr lang="ko-KR" altLang="en-US" sz="1400" b="1" dirty="0">
                <a:solidFill>
                  <a:srgbClr val="1A1A1A"/>
                </a:solidFill>
                <a:latin typeface="Inter"/>
              </a:rPr>
              <a:t>  ·  </a:t>
            </a:r>
            <a:r>
              <a:rPr lang="ko-KR" altLang="en-US" sz="1400" b="1" dirty="0" err="1">
                <a:solidFill>
                  <a:srgbClr val="1A1A1A"/>
                </a:solidFill>
                <a:latin typeface="Inter"/>
              </a:rPr>
              <a:t>도로랜드</a:t>
            </a:r>
            <a:r>
              <a:rPr lang="ko-KR" altLang="en-US" sz="1400" b="1" dirty="0">
                <a:solidFill>
                  <a:srgbClr val="1A1A1A"/>
                </a:solidFill>
                <a:latin typeface="Inter"/>
              </a:rPr>
              <a:t> 직원 휴가 캘린더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6499585D-1A4E-4E25-8997-F2B95E15C7D8}"/>
              </a:ext>
            </a:extLst>
          </p:cNvPr>
          <p:cNvSpPr txBox="1"/>
          <p:nvPr/>
        </p:nvSpPr>
        <p:spPr>
          <a:xfrm>
            <a:off x="3302001" y="3911600"/>
            <a:ext cx="1016000" cy="1524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ctr"/>
            <a:r>
              <a:rPr lang="ko-KR" altLang="en-US" sz="1000" b="1" dirty="0" err="1">
                <a:solidFill>
                  <a:srgbClr val="7CC5E8"/>
                </a:solidFill>
                <a:latin typeface="맑은 고딕"/>
                <a:ea typeface="맑은 고딕"/>
              </a:rPr>
              <a:t>루미아</a:t>
            </a:r>
            <a:r>
              <a:rPr lang="ko-KR" altLang="en-US" sz="1000" b="1" dirty="0">
                <a:solidFill>
                  <a:srgbClr val="7CC5E8"/>
                </a:solidFill>
                <a:latin typeface="맑은 고딕"/>
                <a:ea typeface="맑은 고딕"/>
              </a:rPr>
              <a:t> 휴가</a:t>
            </a:r>
          </a:p>
        </p:txBody>
      </p: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FB9703AD-5247-410A-9CCF-CCA41BFD6E59}"/>
              </a:ext>
            </a:extLst>
          </p:cNvPr>
          <p:cNvSpPr/>
          <p:nvPr/>
        </p:nvSpPr>
        <p:spPr>
          <a:xfrm>
            <a:off x="1612900" y="3924300"/>
            <a:ext cx="25400" cy="203200"/>
          </a:xfrm>
          <a:prstGeom prst="rect">
            <a:avLst/>
          </a:prstGeom>
          <a:solidFill>
            <a:srgbClr val="7CC5E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352B4476-6D7D-4338-B8D1-7BA7FDA4EB1A}"/>
              </a:ext>
            </a:extLst>
          </p:cNvPr>
          <p:cNvSpPr/>
          <p:nvPr/>
        </p:nvSpPr>
        <p:spPr>
          <a:xfrm>
            <a:off x="5842000" y="3924300"/>
            <a:ext cx="25400" cy="203200"/>
          </a:xfrm>
          <a:prstGeom prst="rect">
            <a:avLst/>
          </a:prstGeom>
          <a:solidFill>
            <a:srgbClr val="7CC5E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69319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419166D-FF69-45BD-A8B1-B4A49E806D97}">
  <we:reference id="wa200010001" version="1.0.0.1" store="ko-KR" storeType="OMEX"/>
  <we:alternateReferences>
    <we:reference id="wa200010001" version="1.0.0.1" store="" storeType="OMEX"/>
  </we:alternateReferences>
  <we:properties>
    <we:property name="claude.fileId" value="&quot;0e7434f8-fc9a-4689-b2cd-42df398c446e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397</TotalTime>
  <Words>390</Words>
  <Application>Microsoft Office PowerPoint</Application>
  <PresentationFormat>와이드스크린</PresentationFormat>
  <Paragraphs>233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8" baseType="lpstr">
      <vt:lpstr>Inter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현승 이</dc:creator>
  <cp:lastModifiedBy>현승 이</cp:lastModifiedBy>
  <cp:revision>4</cp:revision>
  <dcterms:created xsi:type="dcterms:W3CDTF">2026-05-19T02:07:26Z</dcterms:created>
  <dcterms:modified xsi:type="dcterms:W3CDTF">2026-05-21T07:06:46Z</dcterms:modified>
</cp:coreProperties>
</file>